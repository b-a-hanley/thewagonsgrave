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0" r:id="rId2"/>
    <p:sldId id="262" r:id="rId3"/>
    <p:sldId id="263" r:id="rId4"/>
    <p:sldId id="271" r:id="rId5"/>
    <p:sldId id="257" r:id="rId6"/>
    <p:sldId id="309" r:id="rId7"/>
    <p:sldId id="299" r:id="rId8"/>
    <p:sldId id="264" r:id="rId9"/>
    <p:sldId id="265" r:id="rId10"/>
    <p:sldId id="266" r:id="rId11"/>
    <p:sldId id="268" r:id="rId12"/>
    <p:sldId id="301" r:id="rId13"/>
    <p:sldId id="302" r:id="rId14"/>
    <p:sldId id="304" r:id="rId15"/>
    <p:sldId id="305" r:id="rId16"/>
    <p:sldId id="303" r:id="rId17"/>
    <p:sldId id="306" r:id="rId18"/>
    <p:sldId id="307" r:id="rId19"/>
    <p:sldId id="261" r:id="rId20"/>
    <p:sldId id="308" r:id="rId21"/>
    <p:sldId id="256" r:id="rId22"/>
    <p:sldId id="283" r:id="rId23"/>
    <p:sldId id="285" r:id="rId24"/>
    <p:sldId id="282" r:id="rId25"/>
    <p:sldId id="297" r:id="rId26"/>
    <p:sldId id="298" r:id="rId27"/>
    <p:sldId id="310" r:id="rId28"/>
    <p:sldId id="312" r:id="rId29"/>
    <p:sldId id="290" r:id="rId30"/>
    <p:sldId id="311" r:id="rId31"/>
    <p:sldId id="291" r:id="rId32"/>
    <p:sldId id="292" r:id="rId33"/>
    <p:sldId id="313" r:id="rId34"/>
    <p:sldId id="314" r:id="rId35"/>
    <p:sldId id="293" r:id="rId36"/>
    <p:sldId id="29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3E"/>
    <a:srgbClr val="E0F2F1"/>
    <a:srgbClr val="B2B2B2"/>
    <a:srgbClr val="405E57"/>
    <a:srgbClr val="FFC000"/>
    <a:srgbClr val="CC9900"/>
    <a:srgbClr val="BFA262"/>
    <a:srgbClr val="939345"/>
    <a:srgbClr val="0F35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>
      <p:cViewPr varScale="1">
        <p:scale>
          <a:sx n="90" d="100"/>
          <a:sy n="90" d="100"/>
        </p:scale>
        <p:origin x="2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Benjamin Hanley" userId="3ad259ea-2046-4a53-a045-c5207bbc720c" providerId="ADAL" clId="{55BFF4F4-6D5E-464E-83D3-9D742437FB94}"/>
    <pc:docChg chg="modSld">
      <pc:chgData name="(s) Benjamin Hanley" userId="3ad259ea-2046-4a53-a045-c5207bbc720c" providerId="ADAL" clId="{55BFF4F4-6D5E-464E-83D3-9D742437FB94}" dt="2025-09-02T13:19:32.609" v="9" actId="20577"/>
      <pc:docMkLst>
        <pc:docMk/>
      </pc:docMkLst>
      <pc:sldChg chg="modSp mod">
        <pc:chgData name="(s) Benjamin Hanley" userId="3ad259ea-2046-4a53-a045-c5207bbc720c" providerId="ADAL" clId="{55BFF4F4-6D5E-464E-83D3-9D742437FB94}" dt="2025-09-02T13:19:32.609" v="9" actId="20577"/>
        <pc:sldMkLst>
          <pc:docMk/>
          <pc:sldMk cId="3723436772" sldId="260"/>
        </pc:sldMkLst>
        <pc:spChg chg="mod">
          <ac:chgData name="(s) Benjamin Hanley" userId="3ad259ea-2046-4a53-a045-c5207bbc720c" providerId="ADAL" clId="{55BFF4F4-6D5E-464E-83D3-9D742437FB94}" dt="2025-09-02T13:19:32.609" v="9" actId="20577"/>
          <ac:spMkLst>
            <pc:docMk/>
            <pc:sldMk cId="3723436772" sldId="260"/>
            <ac:spMk id="2" creationId="{5BC16FC7-9C16-E12E-ECFD-124820B72DBC}"/>
          </ac:spMkLst>
        </pc:spChg>
      </pc:sldChg>
      <pc:sldChg chg="modSp mod">
        <pc:chgData name="(s) Benjamin Hanley" userId="3ad259ea-2046-4a53-a045-c5207bbc720c" providerId="ADAL" clId="{55BFF4F4-6D5E-464E-83D3-9D742437FB94}" dt="2025-09-01T19:14:12.152" v="1" actId="1076"/>
        <pc:sldMkLst>
          <pc:docMk/>
          <pc:sldMk cId="2010515199" sldId="262"/>
        </pc:sldMkLst>
        <pc:picChg chg="mod">
          <ac:chgData name="(s) Benjamin Hanley" userId="3ad259ea-2046-4a53-a045-c5207bbc720c" providerId="ADAL" clId="{55BFF4F4-6D5E-464E-83D3-9D742437FB94}" dt="2025-09-01T19:14:12.152" v="1" actId="1076"/>
          <ac:picMkLst>
            <pc:docMk/>
            <pc:sldMk cId="2010515199" sldId="262"/>
            <ac:picMk id="5" creationId="{19D6EE91-C38B-831C-9EBA-688EB02AFFFB}"/>
          </ac:picMkLst>
        </pc:picChg>
      </pc:sldChg>
    </pc:docChg>
  </pc:docChgLst>
  <pc:docChgLst>
    <pc:chgData name="(s) Benjamin Hanley" userId="3ad259ea-2046-4a53-a045-c5207bbc720c" providerId="ADAL" clId="{DEF83BC2-E82D-49E4-89A4-6D94000B46C4}"/>
    <pc:docChg chg="undo custSel addSld delSld modSld sldOrd">
      <pc:chgData name="(s) Benjamin Hanley" userId="3ad259ea-2046-4a53-a045-c5207bbc720c" providerId="ADAL" clId="{DEF83BC2-E82D-49E4-89A4-6D94000B46C4}" dt="2025-03-04T17:56:36.573" v="7744" actId="1037"/>
      <pc:docMkLst>
        <pc:docMk/>
      </pc:docMkLst>
      <pc:sldChg chg="modSp mod ord">
        <pc:chgData name="(s) Benjamin Hanley" userId="3ad259ea-2046-4a53-a045-c5207bbc720c" providerId="ADAL" clId="{DEF83BC2-E82D-49E4-89A4-6D94000B46C4}" dt="2025-03-02T21:51:01.313" v="256" actId="1076"/>
        <pc:sldMkLst>
          <pc:docMk/>
          <pc:sldMk cId="1367720101" sldId="256"/>
        </pc:sldMkLst>
      </pc:sldChg>
      <pc:sldChg chg="modSp ord modNotesTx">
        <pc:chgData name="(s) Benjamin Hanley" userId="3ad259ea-2046-4a53-a045-c5207bbc720c" providerId="ADAL" clId="{DEF83BC2-E82D-49E4-89A4-6D94000B46C4}" dt="2025-03-03T11:10:44.338" v="6031"/>
        <pc:sldMkLst>
          <pc:docMk/>
          <pc:sldMk cId="2414599609" sldId="257"/>
        </pc:sldMkLst>
      </pc:sldChg>
      <pc:sldChg chg="del">
        <pc:chgData name="(s) Benjamin Hanley" userId="3ad259ea-2046-4a53-a045-c5207bbc720c" providerId="ADAL" clId="{DEF83BC2-E82D-49E4-89A4-6D94000B46C4}" dt="2025-03-03T10:56:57.740" v="5702" actId="2696"/>
        <pc:sldMkLst>
          <pc:docMk/>
          <pc:sldMk cId="3184685210" sldId="259"/>
        </pc:sldMkLst>
      </pc:sldChg>
      <pc:sldChg chg="modSp mod">
        <pc:chgData name="(s) Benjamin Hanley" userId="3ad259ea-2046-4a53-a045-c5207bbc720c" providerId="ADAL" clId="{DEF83BC2-E82D-49E4-89A4-6D94000B46C4}" dt="2025-03-03T11:11:28.269" v="6051" actId="113"/>
        <pc:sldMkLst>
          <pc:docMk/>
          <pc:sldMk cId="927492847" sldId="261"/>
        </pc:sldMkLst>
      </pc:sldChg>
      <pc:sldChg chg="modNotesTx">
        <pc:chgData name="(s) Benjamin Hanley" userId="3ad259ea-2046-4a53-a045-c5207bbc720c" providerId="ADAL" clId="{DEF83BC2-E82D-49E4-89A4-6D94000B46C4}" dt="2025-03-04T17:50:30.381" v="7743" actId="313"/>
        <pc:sldMkLst>
          <pc:docMk/>
          <pc:sldMk cId="2010515199" sldId="262"/>
        </pc:sldMkLst>
      </pc:sldChg>
      <pc:sldChg chg="modSp">
        <pc:chgData name="(s) Benjamin Hanley" userId="3ad259ea-2046-4a53-a045-c5207bbc720c" providerId="ADAL" clId="{DEF83BC2-E82D-49E4-89A4-6D94000B46C4}" dt="2025-03-03T13:29:45.331" v="7374" actId="20577"/>
        <pc:sldMkLst>
          <pc:docMk/>
          <pc:sldMk cId="3031368498" sldId="263"/>
        </pc:sldMkLst>
      </pc:sldChg>
      <pc:sldChg chg="ord">
        <pc:chgData name="(s) Benjamin Hanley" userId="3ad259ea-2046-4a53-a045-c5207bbc720c" providerId="ADAL" clId="{DEF83BC2-E82D-49E4-89A4-6D94000B46C4}" dt="2025-03-03T11:09:04.446" v="5999"/>
        <pc:sldMkLst>
          <pc:docMk/>
          <pc:sldMk cId="1083640771" sldId="264"/>
        </pc:sldMkLst>
      </pc:sldChg>
      <pc:sldChg chg="ord">
        <pc:chgData name="(s) Benjamin Hanley" userId="3ad259ea-2046-4a53-a045-c5207bbc720c" providerId="ADAL" clId="{DEF83BC2-E82D-49E4-89A4-6D94000B46C4}" dt="2025-03-03T11:09:04.446" v="5999"/>
        <pc:sldMkLst>
          <pc:docMk/>
          <pc:sldMk cId="45329593" sldId="265"/>
        </pc:sldMkLst>
      </pc:sldChg>
      <pc:sldChg chg="ord">
        <pc:chgData name="(s) Benjamin Hanley" userId="3ad259ea-2046-4a53-a045-c5207bbc720c" providerId="ADAL" clId="{DEF83BC2-E82D-49E4-89A4-6D94000B46C4}" dt="2025-03-03T11:09:04.446" v="5999"/>
        <pc:sldMkLst>
          <pc:docMk/>
          <pc:sldMk cId="450129529" sldId="266"/>
        </pc:sldMkLst>
      </pc:sldChg>
      <pc:sldChg chg="del">
        <pc:chgData name="(s) Benjamin Hanley" userId="3ad259ea-2046-4a53-a045-c5207bbc720c" providerId="ADAL" clId="{DEF83BC2-E82D-49E4-89A4-6D94000B46C4}" dt="2025-03-02T18:13:02.319" v="151" actId="2696"/>
        <pc:sldMkLst>
          <pc:docMk/>
          <pc:sldMk cId="3043041438" sldId="267"/>
        </pc:sldMkLst>
      </pc:sldChg>
      <pc:sldChg chg="ord">
        <pc:chgData name="(s) Benjamin Hanley" userId="3ad259ea-2046-4a53-a045-c5207bbc720c" providerId="ADAL" clId="{DEF83BC2-E82D-49E4-89A4-6D94000B46C4}" dt="2025-03-03T11:09:04.446" v="5999"/>
        <pc:sldMkLst>
          <pc:docMk/>
          <pc:sldMk cId="1770658323" sldId="268"/>
        </pc:sldMkLst>
      </pc:sldChg>
      <pc:sldChg chg="modSp del mod ord">
        <pc:chgData name="(s) Benjamin Hanley" userId="3ad259ea-2046-4a53-a045-c5207bbc720c" providerId="ADAL" clId="{DEF83BC2-E82D-49E4-89A4-6D94000B46C4}" dt="2025-03-03T13:29:55.529" v="7375" actId="2696"/>
        <pc:sldMkLst>
          <pc:docMk/>
          <pc:sldMk cId="3893236964" sldId="269"/>
        </pc:sldMkLst>
      </pc:sldChg>
      <pc:sldChg chg="addSp delSp modSp del mod ord">
        <pc:chgData name="(s) Benjamin Hanley" userId="3ad259ea-2046-4a53-a045-c5207bbc720c" providerId="ADAL" clId="{DEF83BC2-E82D-49E4-89A4-6D94000B46C4}" dt="2025-03-03T14:38:55.224" v="7742" actId="47"/>
        <pc:sldMkLst>
          <pc:docMk/>
          <pc:sldMk cId="2403011154" sldId="270"/>
        </pc:sldMkLst>
      </pc:sldChg>
      <pc:sldChg chg="modSp mod ord">
        <pc:chgData name="(s) Benjamin Hanley" userId="3ad259ea-2046-4a53-a045-c5207bbc720c" providerId="ADAL" clId="{DEF83BC2-E82D-49E4-89A4-6D94000B46C4}" dt="2025-03-03T13:30:10.212" v="7381"/>
        <pc:sldMkLst>
          <pc:docMk/>
          <pc:sldMk cId="736185330" sldId="271"/>
        </pc:sldMkLst>
      </pc:sldChg>
      <pc:sldChg chg="modSp del mod ord">
        <pc:chgData name="(s) Benjamin Hanley" userId="3ad259ea-2046-4a53-a045-c5207bbc720c" providerId="ADAL" clId="{DEF83BC2-E82D-49E4-89A4-6D94000B46C4}" dt="2025-03-03T14:37:10.064" v="7735" actId="47"/>
        <pc:sldMkLst>
          <pc:docMk/>
          <pc:sldMk cId="2328870897" sldId="272"/>
        </pc:sldMkLst>
      </pc:sldChg>
      <pc:sldChg chg="modSp del mod ord">
        <pc:chgData name="(s) Benjamin Hanley" userId="3ad259ea-2046-4a53-a045-c5207bbc720c" providerId="ADAL" clId="{DEF83BC2-E82D-49E4-89A4-6D94000B46C4}" dt="2025-03-03T14:37:14.242" v="7736" actId="47"/>
        <pc:sldMkLst>
          <pc:docMk/>
          <pc:sldMk cId="2407977976" sldId="273"/>
        </pc:sldMkLst>
      </pc:sldChg>
      <pc:sldChg chg="modSp del mod ord">
        <pc:chgData name="(s) Benjamin Hanley" userId="3ad259ea-2046-4a53-a045-c5207bbc720c" providerId="ADAL" clId="{DEF83BC2-E82D-49E4-89A4-6D94000B46C4}" dt="2025-03-03T14:37:16.115" v="7737" actId="47"/>
        <pc:sldMkLst>
          <pc:docMk/>
          <pc:sldMk cId="3241879410" sldId="274"/>
        </pc:sldMkLst>
      </pc:sldChg>
      <pc:sldChg chg="modSp del mod ord">
        <pc:chgData name="(s) Benjamin Hanley" userId="3ad259ea-2046-4a53-a045-c5207bbc720c" providerId="ADAL" clId="{DEF83BC2-E82D-49E4-89A4-6D94000B46C4}" dt="2025-03-03T14:37:20.793" v="7738" actId="47"/>
        <pc:sldMkLst>
          <pc:docMk/>
          <pc:sldMk cId="1039690672" sldId="275"/>
        </pc:sldMkLst>
      </pc:sldChg>
      <pc:sldChg chg="delSp modSp del mod modNotesTx">
        <pc:chgData name="(s) Benjamin Hanley" userId="3ad259ea-2046-4a53-a045-c5207bbc720c" providerId="ADAL" clId="{DEF83BC2-E82D-49E4-89A4-6D94000B46C4}" dt="2025-03-03T11:36:37.171" v="6766" actId="47"/>
        <pc:sldMkLst>
          <pc:docMk/>
          <pc:sldMk cId="126839554" sldId="276"/>
        </pc:sldMkLst>
      </pc:sldChg>
      <pc:sldChg chg="addSp delSp modSp add del mod ord">
        <pc:chgData name="(s) Benjamin Hanley" userId="3ad259ea-2046-4a53-a045-c5207bbc720c" providerId="ADAL" clId="{DEF83BC2-E82D-49E4-89A4-6D94000B46C4}" dt="2025-03-03T14:37:26.848" v="7740" actId="47"/>
        <pc:sldMkLst>
          <pc:docMk/>
          <pc:sldMk cId="1370404371" sldId="277"/>
        </pc:sldMkLst>
      </pc:sldChg>
      <pc:sldChg chg="modSp add del mod ord">
        <pc:chgData name="(s) Benjamin Hanley" userId="3ad259ea-2046-4a53-a045-c5207bbc720c" providerId="ADAL" clId="{DEF83BC2-E82D-49E4-89A4-6D94000B46C4}" dt="2025-03-03T14:38:55.183" v="7741" actId="47"/>
        <pc:sldMkLst>
          <pc:docMk/>
          <pc:sldMk cId="3232708696" sldId="278"/>
        </pc:sldMkLst>
      </pc:sldChg>
      <pc:sldChg chg="addSp delSp modSp add del mod">
        <pc:chgData name="(s) Benjamin Hanley" userId="3ad259ea-2046-4a53-a045-c5207bbc720c" providerId="ADAL" clId="{DEF83BC2-E82D-49E4-89A4-6D94000B46C4}" dt="2025-03-03T00:50:57.452" v="868" actId="2696"/>
        <pc:sldMkLst>
          <pc:docMk/>
          <pc:sldMk cId="980606248" sldId="279"/>
        </pc:sldMkLst>
      </pc:sldChg>
      <pc:sldChg chg="addSp delSp modSp add del mod ord">
        <pc:chgData name="(s) Benjamin Hanley" userId="3ad259ea-2046-4a53-a045-c5207bbc720c" providerId="ADAL" clId="{DEF83BC2-E82D-49E4-89A4-6D94000B46C4}" dt="2025-03-03T14:37:23.291" v="7739" actId="47"/>
        <pc:sldMkLst>
          <pc:docMk/>
          <pc:sldMk cId="2519616078" sldId="280"/>
        </pc:sldMkLst>
      </pc:sldChg>
      <pc:sldChg chg="add del">
        <pc:chgData name="(s) Benjamin Hanley" userId="3ad259ea-2046-4a53-a045-c5207bbc720c" providerId="ADAL" clId="{DEF83BC2-E82D-49E4-89A4-6D94000B46C4}" dt="2025-03-03T00:50:24.729" v="861"/>
        <pc:sldMkLst>
          <pc:docMk/>
          <pc:sldMk cId="907254728" sldId="281"/>
        </pc:sldMkLst>
      </pc:sldChg>
      <pc:sldChg chg="delSp modSp add del mod">
        <pc:chgData name="(s) Benjamin Hanley" userId="3ad259ea-2046-4a53-a045-c5207bbc720c" providerId="ADAL" clId="{DEF83BC2-E82D-49E4-89A4-6D94000B46C4}" dt="2025-03-03T01:09:48.943" v="949" actId="2696"/>
        <pc:sldMkLst>
          <pc:docMk/>
          <pc:sldMk cId="3409577575" sldId="281"/>
        </pc:sldMkLst>
      </pc:sldChg>
      <pc:sldChg chg="addSp delSp modSp add mod ord delAnim modAnim">
        <pc:chgData name="(s) Benjamin Hanley" userId="3ad259ea-2046-4a53-a045-c5207bbc720c" providerId="ADAL" clId="{DEF83BC2-E82D-49E4-89A4-6D94000B46C4}" dt="2025-03-03T09:30:43.269" v="3620" actId="167"/>
        <pc:sldMkLst>
          <pc:docMk/>
          <pc:sldMk cId="2976379446" sldId="282"/>
        </pc:sldMkLst>
      </pc:sldChg>
      <pc:sldChg chg="addSp delSp modSp new mod">
        <pc:chgData name="(s) Benjamin Hanley" userId="3ad259ea-2046-4a53-a045-c5207bbc720c" providerId="ADAL" clId="{DEF83BC2-E82D-49E4-89A4-6D94000B46C4}" dt="2025-03-03T04:15:26.340" v="3522" actId="20577"/>
        <pc:sldMkLst>
          <pc:docMk/>
          <pc:sldMk cId="878347370" sldId="283"/>
        </pc:sldMkLst>
      </pc:sldChg>
      <pc:sldChg chg="delSp add del">
        <pc:chgData name="(s) Benjamin Hanley" userId="3ad259ea-2046-4a53-a045-c5207bbc720c" providerId="ADAL" clId="{DEF83BC2-E82D-49E4-89A4-6D94000B46C4}" dt="2025-03-03T01:16:36.114" v="1027" actId="2696"/>
        <pc:sldMkLst>
          <pc:docMk/>
          <pc:sldMk cId="313581471" sldId="284"/>
        </pc:sldMkLst>
      </pc:sldChg>
      <pc:sldChg chg="delSp modSp add mod">
        <pc:chgData name="(s) Benjamin Hanley" userId="3ad259ea-2046-4a53-a045-c5207bbc720c" providerId="ADAL" clId="{DEF83BC2-E82D-49E4-89A4-6D94000B46C4}" dt="2025-03-03T04:15:32.791" v="3526" actId="20577"/>
        <pc:sldMkLst>
          <pc:docMk/>
          <pc:sldMk cId="31442107" sldId="285"/>
        </pc:sldMkLst>
      </pc:sldChg>
      <pc:sldChg chg="addSp delSp modSp add del mod delAnim">
        <pc:chgData name="(s) Benjamin Hanley" userId="3ad259ea-2046-4a53-a045-c5207bbc720c" providerId="ADAL" clId="{DEF83BC2-E82D-49E4-89A4-6D94000B46C4}" dt="2025-03-03T01:45:29.421" v="1763" actId="2696"/>
        <pc:sldMkLst>
          <pc:docMk/>
          <pc:sldMk cId="402113728" sldId="286"/>
        </pc:sldMkLst>
      </pc:sldChg>
      <pc:sldChg chg="addSp modSp add del mod">
        <pc:chgData name="(s) Benjamin Hanley" userId="3ad259ea-2046-4a53-a045-c5207bbc720c" providerId="ADAL" clId="{DEF83BC2-E82D-49E4-89A4-6D94000B46C4}" dt="2025-03-03T04:43:05.122" v="3608" actId="2696"/>
        <pc:sldMkLst>
          <pc:docMk/>
          <pc:sldMk cId="250408019" sldId="287"/>
        </pc:sldMkLst>
      </pc:sldChg>
      <pc:sldChg chg="addSp delSp new del mod">
        <pc:chgData name="(s) Benjamin Hanley" userId="3ad259ea-2046-4a53-a045-c5207bbc720c" providerId="ADAL" clId="{DEF83BC2-E82D-49E4-89A4-6D94000B46C4}" dt="2025-03-03T02:19:14.747" v="2416" actId="47"/>
        <pc:sldMkLst>
          <pc:docMk/>
          <pc:sldMk cId="1047703125" sldId="288"/>
        </pc:sldMkLst>
      </pc:sldChg>
      <pc:sldChg chg="addSp delSp modSp add del mod">
        <pc:chgData name="(s) Benjamin Hanley" userId="3ad259ea-2046-4a53-a045-c5207bbc720c" providerId="ADAL" clId="{DEF83BC2-E82D-49E4-89A4-6D94000B46C4}" dt="2025-03-03T01:58:59.270" v="2321" actId="2696"/>
        <pc:sldMkLst>
          <pc:docMk/>
          <pc:sldMk cId="2418198571" sldId="289"/>
        </pc:sldMkLst>
      </pc:sldChg>
      <pc:sldChg chg="addSp delSp modSp add mod">
        <pc:chgData name="(s) Benjamin Hanley" userId="3ad259ea-2046-4a53-a045-c5207bbc720c" providerId="ADAL" clId="{DEF83BC2-E82D-49E4-89A4-6D94000B46C4}" dt="2025-03-03T13:43:07.010" v="7676" actId="20577"/>
        <pc:sldMkLst>
          <pc:docMk/>
          <pc:sldMk cId="4121551725" sldId="290"/>
        </pc:sldMkLst>
      </pc:sldChg>
      <pc:sldChg chg="addSp delSp modSp add mod ord">
        <pc:chgData name="(s) Benjamin Hanley" userId="3ad259ea-2046-4a53-a045-c5207bbc720c" providerId="ADAL" clId="{DEF83BC2-E82D-49E4-89A4-6D94000B46C4}" dt="2025-03-03T13:42:09.683" v="7626" actId="20577"/>
        <pc:sldMkLst>
          <pc:docMk/>
          <pc:sldMk cId="3332164276" sldId="291"/>
        </pc:sldMkLst>
      </pc:sldChg>
      <pc:sldChg chg="addSp delSp modSp add mod">
        <pc:chgData name="(s) Benjamin Hanley" userId="3ad259ea-2046-4a53-a045-c5207bbc720c" providerId="ADAL" clId="{DEF83BC2-E82D-49E4-89A4-6D94000B46C4}" dt="2025-03-03T13:53:49.169" v="7704" actId="167"/>
        <pc:sldMkLst>
          <pc:docMk/>
          <pc:sldMk cId="2155398010" sldId="292"/>
        </pc:sldMkLst>
      </pc:sldChg>
      <pc:sldChg chg="addSp delSp modSp add mod ord">
        <pc:chgData name="(s) Benjamin Hanley" userId="3ad259ea-2046-4a53-a045-c5207bbc720c" providerId="ADAL" clId="{DEF83BC2-E82D-49E4-89A4-6D94000B46C4}" dt="2025-03-03T13:54:14.070" v="7715" actId="20577"/>
        <pc:sldMkLst>
          <pc:docMk/>
          <pc:sldMk cId="1022147120" sldId="293"/>
        </pc:sldMkLst>
      </pc:sldChg>
      <pc:sldChg chg="addSp delSp modSp add mod">
        <pc:chgData name="(s) Benjamin Hanley" userId="3ad259ea-2046-4a53-a045-c5207bbc720c" providerId="ADAL" clId="{DEF83BC2-E82D-49E4-89A4-6D94000B46C4}" dt="2025-03-03T13:55:19.426" v="7732" actId="20577"/>
        <pc:sldMkLst>
          <pc:docMk/>
          <pc:sldMk cId="440892449" sldId="294"/>
        </pc:sldMkLst>
      </pc:sldChg>
      <pc:sldChg chg="addSp delSp modSp add del mod">
        <pc:chgData name="(s) Benjamin Hanley" userId="3ad259ea-2046-4a53-a045-c5207bbc720c" providerId="ADAL" clId="{DEF83BC2-E82D-49E4-89A4-6D94000B46C4}" dt="2025-03-03T11:33:48.855" v="6762" actId="2696"/>
        <pc:sldMkLst>
          <pc:docMk/>
          <pc:sldMk cId="3381642033" sldId="295"/>
        </pc:sldMkLst>
      </pc:sldChg>
      <pc:sldChg chg="delSp modSp add del mod delAnim">
        <pc:chgData name="(s) Benjamin Hanley" userId="3ad259ea-2046-4a53-a045-c5207bbc720c" providerId="ADAL" clId="{DEF83BC2-E82D-49E4-89A4-6D94000B46C4}" dt="2025-03-03T04:23:57.394" v="3606" actId="2696"/>
        <pc:sldMkLst>
          <pc:docMk/>
          <pc:sldMk cId="16876959" sldId="296"/>
        </pc:sldMkLst>
      </pc:sldChg>
      <pc:sldChg chg="addSp delSp modSp add mod modAnim">
        <pc:chgData name="(s) Benjamin Hanley" userId="3ad259ea-2046-4a53-a045-c5207bbc720c" providerId="ADAL" clId="{DEF83BC2-E82D-49E4-89A4-6D94000B46C4}" dt="2025-03-04T17:56:36.573" v="7744" actId="1037"/>
        <pc:sldMkLst>
          <pc:docMk/>
          <pc:sldMk cId="2988760673" sldId="297"/>
        </pc:sldMkLst>
      </pc:sldChg>
      <pc:sldChg chg="addSp delSp modSp add mod ord">
        <pc:chgData name="(s) Benjamin Hanley" userId="3ad259ea-2046-4a53-a045-c5207bbc720c" providerId="ADAL" clId="{DEF83BC2-E82D-49E4-89A4-6D94000B46C4}" dt="2025-03-03T13:38:41.396" v="7499"/>
        <pc:sldMkLst>
          <pc:docMk/>
          <pc:sldMk cId="3678895852" sldId="298"/>
        </pc:sldMkLst>
      </pc:sldChg>
      <pc:sldChg chg="addSp delSp modSp add del mod ord delAnim modAnim">
        <pc:chgData name="(s) Benjamin Hanley" userId="3ad259ea-2046-4a53-a045-c5207bbc720c" providerId="ADAL" clId="{DEF83BC2-E82D-49E4-89A4-6D94000B46C4}" dt="2025-03-03T13:35:49.788" v="7449" actId="207"/>
        <pc:sldMkLst>
          <pc:docMk/>
          <pc:sldMk cId="1066182374" sldId="299"/>
        </pc:sldMkLst>
      </pc:sldChg>
      <pc:sldChg chg="delSp add del modAnim">
        <pc:chgData name="(s) Benjamin Hanley" userId="3ad259ea-2046-4a53-a045-c5207bbc720c" providerId="ADAL" clId="{DEF83BC2-E82D-49E4-89A4-6D94000B46C4}" dt="2025-03-03T09:52:20.674" v="3991" actId="2696"/>
        <pc:sldMkLst>
          <pc:docMk/>
          <pc:sldMk cId="679472548" sldId="300"/>
        </pc:sldMkLst>
      </pc:sldChg>
      <pc:sldChg chg="addSp delSp modSp add del mod modAnim">
        <pc:chgData name="(s) Benjamin Hanley" userId="3ad259ea-2046-4a53-a045-c5207bbc720c" providerId="ADAL" clId="{DEF83BC2-E82D-49E4-89A4-6D94000B46C4}" dt="2025-03-03T10:50:13.783" v="5491" actId="47"/>
        <pc:sldMkLst>
          <pc:docMk/>
          <pc:sldMk cId="2259377335" sldId="300"/>
        </pc:sldMkLst>
      </pc:sldChg>
      <pc:sldChg chg="addSp delSp modSp add mod ord">
        <pc:chgData name="(s) Benjamin Hanley" userId="3ad259ea-2046-4a53-a045-c5207bbc720c" providerId="ADAL" clId="{DEF83BC2-E82D-49E4-89A4-6D94000B46C4}" dt="2025-03-03T11:09:11.474" v="6005" actId="20577"/>
        <pc:sldMkLst>
          <pc:docMk/>
          <pc:sldMk cId="2811670" sldId="301"/>
        </pc:sldMkLst>
      </pc:sldChg>
      <pc:sldChg chg="addSp delSp modSp add mod ord">
        <pc:chgData name="(s) Benjamin Hanley" userId="3ad259ea-2046-4a53-a045-c5207bbc720c" providerId="ADAL" clId="{DEF83BC2-E82D-49E4-89A4-6D94000B46C4}" dt="2025-03-03T11:09:17.748" v="6011" actId="20577"/>
        <pc:sldMkLst>
          <pc:docMk/>
          <pc:sldMk cId="2232848997" sldId="302"/>
        </pc:sldMkLst>
      </pc:sldChg>
      <pc:sldChg chg="addSp delSp modSp add del mod">
        <pc:chgData name="(s) Benjamin Hanley" userId="3ad259ea-2046-4a53-a045-c5207bbc720c" providerId="ADAL" clId="{DEF83BC2-E82D-49E4-89A4-6D94000B46C4}" dt="2025-03-03T10:15:29.055" v="4302" actId="2696"/>
        <pc:sldMkLst>
          <pc:docMk/>
          <pc:sldMk cId="426097522" sldId="303"/>
        </pc:sldMkLst>
      </pc:sldChg>
      <pc:sldChg chg="addSp delSp modSp add mod ord">
        <pc:chgData name="(s) Benjamin Hanley" userId="3ad259ea-2046-4a53-a045-c5207bbc720c" providerId="ADAL" clId="{DEF83BC2-E82D-49E4-89A4-6D94000B46C4}" dt="2025-03-03T11:09:32.067" v="6029" actId="20577"/>
        <pc:sldMkLst>
          <pc:docMk/>
          <pc:sldMk cId="3897616706" sldId="303"/>
        </pc:sldMkLst>
      </pc:sldChg>
      <pc:sldChg chg="addSp delSp modSp add mod ord">
        <pc:chgData name="(s) Benjamin Hanley" userId="3ad259ea-2046-4a53-a045-c5207bbc720c" providerId="ADAL" clId="{DEF83BC2-E82D-49E4-89A4-6D94000B46C4}" dt="2025-03-03T11:09:21.419" v="6017" actId="20577"/>
        <pc:sldMkLst>
          <pc:docMk/>
          <pc:sldMk cId="4103416286" sldId="304"/>
        </pc:sldMkLst>
      </pc:sldChg>
      <pc:sldChg chg="delSp modSp add mod ord">
        <pc:chgData name="(s) Benjamin Hanley" userId="3ad259ea-2046-4a53-a045-c5207bbc720c" providerId="ADAL" clId="{DEF83BC2-E82D-49E4-89A4-6D94000B46C4}" dt="2025-03-03T11:09:26.235" v="6023" actId="20577"/>
        <pc:sldMkLst>
          <pc:docMk/>
          <pc:sldMk cId="1764834246" sldId="305"/>
        </pc:sldMkLst>
      </pc:sldChg>
      <pc:sldChg chg="addSp delSp modSp add mod ord">
        <pc:chgData name="(s) Benjamin Hanley" userId="3ad259ea-2046-4a53-a045-c5207bbc720c" providerId="ADAL" clId="{DEF83BC2-E82D-49E4-89A4-6D94000B46C4}" dt="2025-03-03T11:11:02.491" v="6041" actId="20577"/>
        <pc:sldMkLst>
          <pc:docMk/>
          <pc:sldMk cId="4188901120" sldId="306"/>
        </pc:sldMkLst>
      </pc:sldChg>
      <pc:sldChg chg="addSp delSp modSp add mod ord">
        <pc:chgData name="(s) Benjamin Hanley" userId="3ad259ea-2046-4a53-a045-c5207bbc720c" providerId="ADAL" clId="{DEF83BC2-E82D-49E4-89A4-6D94000B46C4}" dt="2025-03-03T11:11:06.595" v="6047" actId="20577"/>
        <pc:sldMkLst>
          <pc:docMk/>
          <pc:sldMk cId="178315845" sldId="307"/>
        </pc:sldMkLst>
      </pc:sldChg>
      <pc:sldChg chg="addSp delSp modSp add mod">
        <pc:chgData name="(s) Benjamin Hanley" userId="3ad259ea-2046-4a53-a045-c5207bbc720c" providerId="ADAL" clId="{DEF83BC2-E82D-49E4-89A4-6D94000B46C4}" dt="2025-03-03T13:23:05.079" v="7342" actId="1076"/>
        <pc:sldMkLst>
          <pc:docMk/>
          <pc:sldMk cId="3507017844" sldId="308"/>
        </pc:sldMkLst>
      </pc:sldChg>
      <pc:sldChg chg="delSp modSp add mod ord modAnim">
        <pc:chgData name="(s) Benjamin Hanley" userId="3ad259ea-2046-4a53-a045-c5207bbc720c" providerId="ADAL" clId="{DEF83BC2-E82D-49E4-89A4-6D94000B46C4}" dt="2025-03-03T13:57:37.359" v="7734" actId="1036"/>
        <pc:sldMkLst>
          <pc:docMk/>
          <pc:sldMk cId="3591753633" sldId="309"/>
        </pc:sldMkLst>
      </pc:sldChg>
      <pc:sldChg chg="modSp add del mod">
        <pc:chgData name="(s) Benjamin Hanley" userId="3ad259ea-2046-4a53-a045-c5207bbc720c" providerId="ADAL" clId="{DEF83BC2-E82D-49E4-89A4-6D94000B46C4}" dt="2025-03-03T11:47:23.709" v="7301" actId="2696"/>
        <pc:sldMkLst>
          <pc:docMk/>
          <pc:sldMk cId="1428340161" sldId="310"/>
        </pc:sldMkLst>
      </pc:sldChg>
      <pc:sldChg chg="addSp delSp modSp add mod">
        <pc:chgData name="(s) Benjamin Hanley" userId="3ad259ea-2046-4a53-a045-c5207bbc720c" providerId="ADAL" clId="{DEF83BC2-E82D-49E4-89A4-6D94000B46C4}" dt="2025-03-03T13:38:48.275" v="7510" actId="20577"/>
        <pc:sldMkLst>
          <pc:docMk/>
          <pc:sldMk cId="3155327811" sldId="310"/>
        </pc:sldMkLst>
      </pc:sldChg>
      <pc:sldChg chg="addSp delSp modSp add mod">
        <pc:chgData name="(s) Benjamin Hanley" userId="3ad259ea-2046-4a53-a045-c5207bbc720c" providerId="ADAL" clId="{DEF83BC2-E82D-49E4-89A4-6D94000B46C4}" dt="2025-03-03T13:42:02.903" v="7611" actId="20577"/>
        <pc:sldMkLst>
          <pc:docMk/>
          <pc:sldMk cId="1306907314" sldId="311"/>
        </pc:sldMkLst>
      </pc:sldChg>
      <pc:sldChg chg="addSp delSp modSp add mod ord">
        <pc:chgData name="(s) Benjamin Hanley" userId="3ad259ea-2046-4a53-a045-c5207bbc720c" providerId="ADAL" clId="{DEF83BC2-E82D-49E4-89A4-6D94000B46C4}" dt="2025-03-03T13:47:56.759" v="7695" actId="14100"/>
        <pc:sldMkLst>
          <pc:docMk/>
          <pc:sldMk cId="2930184782" sldId="312"/>
        </pc:sldMkLst>
      </pc:sldChg>
      <pc:sldChg chg="delSp add mod">
        <pc:chgData name="(s) Benjamin Hanley" userId="3ad259ea-2046-4a53-a045-c5207bbc720c" providerId="ADAL" clId="{DEF83BC2-E82D-49E4-89A4-6D94000B46C4}" dt="2025-03-03T13:53:27.900" v="7698" actId="478"/>
        <pc:sldMkLst>
          <pc:docMk/>
          <pc:sldMk cId="1895390442" sldId="313"/>
        </pc:sldMkLst>
      </pc:sldChg>
      <pc:sldChg chg="addSp delSp modSp add mod ord">
        <pc:chgData name="(s) Benjamin Hanley" userId="3ad259ea-2046-4a53-a045-c5207bbc720c" providerId="ADAL" clId="{DEF83BC2-E82D-49E4-89A4-6D94000B46C4}" dt="2025-03-03T13:55:05.624" v="7725" actId="732"/>
        <pc:sldMkLst>
          <pc:docMk/>
          <pc:sldMk cId="3882626972" sldId="31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C4B9F4-72BE-4025-BBB0-1CDDEC551CB6}" type="doc">
      <dgm:prSet loTypeId="urn:microsoft.com/office/officeart/2005/8/layout/hChevron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GB"/>
        </a:p>
      </dgm:t>
    </dgm:pt>
    <dgm:pt modelId="{80BF6F64-4ED9-476C-B994-9A4B3D4B6532}">
      <dgm:prSet phldrT="[Text]"/>
      <dgm:spPr>
        <a:solidFill>
          <a:srgbClr val="004F3E"/>
        </a:solidFill>
      </dgm:spPr>
      <dgm:t>
        <a:bodyPr/>
        <a:lstStyle/>
        <a:p>
          <a:r>
            <a:rPr lang="en-GB" dirty="0"/>
            <a:t>Task scenarios</a:t>
          </a:r>
        </a:p>
      </dgm:t>
    </dgm:pt>
    <dgm:pt modelId="{A75866B4-EC1F-454B-A0DB-299DD006E1FD}" type="parTrans" cxnId="{56D80412-9C67-4180-B7DA-DA2ED8E3D800}">
      <dgm:prSet/>
      <dgm:spPr/>
      <dgm:t>
        <a:bodyPr/>
        <a:lstStyle/>
        <a:p>
          <a:endParaRPr lang="en-GB"/>
        </a:p>
      </dgm:t>
    </dgm:pt>
    <dgm:pt modelId="{961BE8C3-D7B9-4083-8EC6-09F086BD0FD6}" type="sibTrans" cxnId="{56D80412-9C67-4180-B7DA-DA2ED8E3D800}">
      <dgm:prSet/>
      <dgm:spPr/>
      <dgm:t>
        <a:bodyPr/>
        <a:lstStyle/>
        <a:p>
          <a:endParaRPr lang="en-GB"/>
        </a:p>
      </dgm:t>
    </dgm:pt>
    <dgm:pt modelId="{7A5B5100-5917-44C3-8E3B-B079E4EF23C2}">
      <dgm:prSet phldrT="[Text]"/>
      <dgm:spPr>
        <a:solidFill>
          <a:srgbClr val="004F3E"/>
        </a:solidFill>
      </dgm:spPr>
      <dgm:t>
        <a:bodyPr/>
        <a:lstStyle/>
        <a:p>
          <a:r>
            <a:rPr lang="en-GB" dirty="0"/>
            <a:t>Mock evaluation</a:t>
          </a:r>
        </a:p>
      </dgm:t>
    </dgm:pt>
    <dgm:pt modelId="{0DD4242D-F44E-4965-9CE7-C990FC1EA631}" type="parTrans" cxnId="{078E7DB4-9029-4C03-990F-A735859B32A9}">
      <dgm:prSet/>
      <dgm:spPr/>
      <dgm:t>
        <a:bodyPr/>
        <a:lstStyle/>
        <a:p>
          <a:endParaRPr lang="en-GB"/>
        </a:p>
      </dgm:t>
    </dgm:pt>
    <dgm:pt modelId="{63064AC6-4DCE-4E2E-9BB1-9FFF1605BA2E}" type="sibTrans" cxnId="{078E7DB4-9029-4C03-990F-A735859B32A9}">
      <dgm:prSet/>
      <dgm:spPr/>
      <dgm:t>
        <a:bodyPr/>
        <a:lstStyle/>
        <a:p>
          <a:endParaRPr lang="en-GB"/>
        </a:p>
      </dgm:t>
    </dgm:pt>
    <dgm:pt modelId="{3142C387-BDDA-4095-B334-009F07F7769C}">
      <dgm:prSet phldrT="[Text]"/>
      <dgm:spPr>
        <a:solidFill>
          <a:srgbClr val="004F3E"/>
        </a:solidFill>
      </dgm:spPr>
      <dgm:t>
        <a:bodyPr/>
        <a:lstStyle/>
        <a:p>
          <a:r>
            <a:rPr lang="en-GB" dirty="0"/>
            <a:t>Identify Issues</a:t>
          </a:r>
        </a:p>
      </dgm:t>
    </dgm:pt>
    <dgm:pt modelId="{9C35FAA9-4D5B-44FC-A262-2F7912B70DF9}" type="parTrans" cxnId="{4EC108C4-17FF-487C-B203-82D715F9C5D0}">
      <dgm:prSet/>
      <dgm:spPr/>
      <dgm:t>
        <a:bodyPr/>
        <a:lstStyle/>
        <a:p>
          <a:endParaRPr lang="en-GB"/>
        </a:p>
      </dgm:t>
    </dgm:pt>
    <dgm:pt modelId="{BF96A1FB-305A-45F9-91E6-F50F551B4382}" type="sibTrans" cxnId="{4EC108C4-17FF-487C-B203-82D715F9C5D0}">
      <dgm:prSet/>
      <dgm:spPr/>
      <dgm:t>
        <a:bodyPr/>
        <a:lstStyle/>
        <a:p>
          <a:endParaRPr lang="en-GB"/>
        </a:p>
      </dgm:t>
    </dgm:pt>
    <dgm:pt modelId="{6262A25E-3B44-444D-B6C4-497C51A587D8}">
      <dgm:prSet phldrT="[Text]"/>
      <dgm:spPr>
        <a:solidFill>
          <a:srgbClr val="004F3E"/>
        </a:solidFill>
      </dgm:spPr>
      <dgm:t>
        <a:bodyPr/>
        <a:lstStyle/>
        <a:p>
          <a:r>
            <a:rPr lang="en-GB" dirty="0"/>
            <a:t>Guide survey creation</a:t>
          </a:r>
        </a:p>
      </dgm:t>
    </dgm:pt>
    <dgm:pt modelId="{7F19529F-0D74-4540-8266-0399C9DE79F5}" type="parTrans" cxnId="{E6DB3E6B-5F24-4815-8432-B2AEF4A34640}">
      <dgm:prSet/>
      <dgm:spPr/>
      <dgm:t>
        <a:bodyPr/>
        <a:lstStyle/>
        <a:p>
          <a:endParaRPr lang="en-GB"/>
        </a:p>
      </dgm:t>
    </dgm:pt>
    <dgm:pt modelId="{A8DE7FCF-801E-47B1-965D-A5FC66CFB1AC}" type="sibTrans" cxnId="{E6DB3E6B-5F24-4815-8432-B2AEF4A34640}">
      <dgm:prSet/>
      <dgm:spPr/>
      <dgm:t>
        <a:bodyPr/>
        <a:lstStyle/>
        <a:p>
          <a:endParaRPr lang="en-GB"/>
        </a:p>
      </dgm:t>
    </dgm:pt>
    <dgm:pt modelId="{78AEC5FE-2557-4ADA-AF7E-E108685366A7}" type="pres">
      <dgm:prSet presAssocID="{43C4B9F4-72BE-4025-BBB0-1CDDEC551CB6}" presName="Name0" presStyleCnt="0">
        <dgm:presLayoutVars>
          <dgm:dir/>
          <dgm:resizeHandles val="exact"/>
        </dgm:presLayoutVars>
      </dgm:prSet>
      <dgm:spPr/>
    </dgm:pt>
    <dgm:pt modelId="{63287977-774F-4243-8E38-5AA1E56DD375}" type="pres">
      <dgm:prSet presAssocID="{80BF6F64-4ED9-476C-B994-9A4B3D4B6532}" presName="parTxOnly" presStyleLbl="node1" presStyleIdx="0" presStyleCnt="4">
        <dgm:presLayoutVars>
          <dgm:bulletEnabled val="1"/>
        </dgm:presLayoutVars>
      </dgm:prSet>
      <dgm:spPr/>
    </dgm:pt>
    <dgm:pt modelId="{B2C3E14E-747F-452A-ADAB-FFCBB2B5CBF5}" type="pres">
      <dgm:prSet presAssocID="{961BE8C3-D7B9-4083-8EC6-09F086BD0FD6}" presName="parSpace" presStyleCnt="0"/>
      <dgm:spPr/>
    </dgm:pt>
    <dgm:pt modelId="{579C1F23-0293-41D6-AA0A-98E1ED7BAFD0}" type="pres">
      <dgm:prSet presAssocID="{7A5B5100-5917-44C3-8E3B-B079E4EF23C2}" presName="parTxOnly" presStyleLbl="node1" presStyleIdx="1" presStyleCnt="4">
        <dgm:presLayoutVars>
          <dgm:bulletEnabled val="1"/>
        </dgm:presLayoutVars>
      </dgm:prSet>
      <dgm:spPr/>
    </dgm:pt>
    <dgm:pt modelId="{2F35B84A-4029-4EA1-9D2B-1C00C54CA5A5}" type="pres">
      <dgm:prSet presAssocID="{63064AC6-4DCE-4E2E-9BB1-9FFF1605BA2E}" presName="parSpace" presStyleCnt="0"/>
      <dgm:spPr/>
    </dgm:pt>
    <dgm:pt modelId="{434759D6-1C56-4462-960E-BD48EA911099}" type="pres">
      <dgm:prSet presAssocID="{3142C387-BDDA-4095-B334-009F07F7769C}" presName="parTxOnly" presStyleLbl="node1" presStyleIdx="2" presStyleCnt="4">
        <dgm:presLayoutVars>
          <dgm:bulletEnabled val="1"/>
        </dgm:presLayoutVars>
      </dgm:prSet>
      <dgm:spPr/>
    </dgm:pt>
    <dgm:pt modelId="{0373B0E0-B347-452A-A0D3-466C379095AF}" type="pres">
      <dgm:prSet presAssocID="{BF96A1FB-305A-45F9-91E6-F50F551B4382}" presName="parSpace" presStyleCnt="0"/>
      <dgm:spPr/>
    </dgm:pt>
    <dgm:pt modelId="{3EEA0CCC-EE26-4D0D-A1AC-7EA10DAABB69}" type="pres">
      <dgm:prSet presAssocID="{6262A25E-3B44-444D-B6C4-497C51A587D8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56D80412-9C67-4180-B7DA-DA2ED8E3D800}" srcId="{43C4B9F4-72BE-4025-BBB0-1CDDEC551CB6}" destId="{80BF6F64-4ED9-476C-B994-9A4B3D4B6532}" srcOrd="0" destOrd="0" parTransId="{A75866B4-EC1F-454B-A0DB-299DD006E1FD}" sibTransId="{961BE8C3-D7B9-4083-8EC6-09F086BD0FD6}"/>
    <dgm:cxn modelId="{4F993D43-02AF-4F0E-A54B-31B1BE2CD8C0}" type="presOf" srcId="{3142C387-BDDA-4095-B334-009F07F7769C}" destId="{434759D6-1C56-4462-960E-BD48EA911099}" srcOrd="0" destOrd="0" presId="urn:microsoft.com/office/officeart/2005/8/layout/hChevron3"/>
    <dgm:cxn modelId="{E6DB3E6B-5F24-4815-8432-B2AEF4A34640}" srcId="{43C4B9F4-72BE-4025-BBB0-1CDDEC551CB6}" destId="{6262A25E-3B44-444D-B6C4-497C51A587D8}" srcOrd="3" destOrd="0" parTransId="{7F19529F-0D74-4540-8266-0399C9DE79F5}" sibTransId="{A8DE7FCF-801E-47B1-965D-A5FC66CFB1AC}"/>
    <dgm:cxn modelId="{0E108782-7C26-4F1C-8FD7-65AC9E234F9B}" type="presOf" srcId="{6262A25E-3B44-444D-B6C4-497C51A587D8}" destId="{3EEA0CCC-EE26-4D0D-A1AC-7EA10DAABB69}" srcOrd="0" destOrd="0" presId="urn:microsoft.com/office/officeart/2005/8/layout/hChevron3"/>
    <dgm:cxn modelId="{10AE299C-7A67-4021-9D23-645F936D7EDA}" type="presOf" srcId="{43C4B9F4-72BE-4025-BBB0-1CDDEC551CB6}" destId="{78AEC5FE-2557-4ADA-AF7E-E108685366A7}" srcOrd="0" destOrd="0" presId="urn:microsoft.com/office/officeart/2005/8/layout/hChevron3"/>
    <dgm:cxn modelId="{72163C9E-77A5-46FA-BD2D-6C4647E4D9F9}" type="presOf" srcId="{7A5B5100-5917-44C3-8E3B-B079E4EF23C2}" destId="{579C1F23-0293-41D6-AA0A-98E1ED7BAFD0}" srcOrd="0" destOrd="0" presId="urn:microsoft.com/office/officeart/2005/8/layout/hChevron3"/>
    <dgm:cxn modelId="{078E7DB4-9029-4C03-990F-A735859B32A9}" srcId="{43C4B9F4-72BE-4025-BBB0-1CDDEC551CB6}" destId="{7A5B5100-5917-44C3-8E3B-B079E4EF23C2}" srcOrd="1" destOrd="0" parTransId="{0DD4242D-F44E-4965-9CE7-C990FC1EA631}" sibTransId="{63064AC6-4DCE-4E2E-9BB1-9FFF1605BA2E}"/>
    <dgm:cxn modelId="{0C104FB8-E302-4F93-8195-FD2702E85AC8}" type="presOf" srcId="{80BF6F64-4ED9-476C-B994-9A4B3D4B6532}" destId="{63287977-774F-4243-8E38-5AA1E56DD375}" srcOrd="0" destOrd="0" presId="urn:microsoft.com/office/officeart/2005/8/layout/hChevron3"/>
    <dgm:cxn modelId="{4EC108C4-17FF-487C-B203-82D715F9C5D0}" srcId="{43C4B9F4-72BE-4025-BBB0-1CDDEC551CB6}" destId="{3142C387-BDDA-4095-B334-009F07F7769C}" srcOrd="2" destOrd="0" parTransId="{9C35FAA9-4D5B-44FC-A262-2F7912B70DF9}" sibTransId="{BF96A1FB-305A-45F9-91E6-F50F551B4382}"/>
    <dgm:cxn modelId="{1F552BAF-FDB6-48C9-8EBA-4F40E602BF91}" type="presParOf" srcId="{78AEC5FE-2557-4ADA-AF7E-E108685366A7}" destId="{63287977-774F-4243-8E38-5AA1E56DD375}" srcOrd="0" destOrd="0" presId="urn:microsoft.com/office/officeart/2005/8/layout/hChevron3"/>
    <dgm:cxn modelId="{697A2514-E622-4B78-95E9-325C5167D3D2}" type="presParOf" srcId="{78AEC5FE-2557-4ADA-AF7E-E108685366A7}" destId="{B2C3E14E-747F-452A-ADAB-FFCBB2B5CBF5}" srcOrd="1" destOrd="0" presId="urn:microsoft.com/office/officeart/2005/8/layout/hChevron3"/>
    <dgm:cxn modelId="{228293E7-3D4C-43AB-BE76-45CD7051F3E7}" type="presParOf" srcId="{78AEC5FE-2557-4ADA-AF7E-E108685366A7}" destId="{579C1F23-0293-41D6-AA0A-98E1ED7BAFD0}" srcOrd="2" destOrd="0" presId="urn:microsoft.com/office/officeart/2005/8/layout/hChevron3"/>
    <dgm:cxn modelId="{9FE08B6F-5060-46BB-9730-F4E1E57AC0CF}" type="presParOf" srcId="{78AEC5FE-2557-4ADA-AF7E-E108685366A7}" destId="{2F35B84A-4029-4EA1-9D2B-1C00C54CA5A5}" srcOrd="3" destOrd="0" presId="urn:microsoft.com/office/officeart/2005/8/layout/hChevron3"/>
    <dgm:cxn modelId="{9DF1F308-36E0-4B27-8EF0-943FA156FAE0}" type="presParOf" srcId="{78AEC5FE-2557-4ADA-AF7E-E108685366A7}" destId="{434759D6-1C56-4462-960E-BD48EA911099}" srcOrd="4" destOrd="0" presId="urn:microsoft.com/office/officeart/2005/8/layout/hChevron3"/>
    <dgm:cxn modelId="{20FF9261-1527-4F04-8986-41266445CD72}" type="presParOf" srcId="{78AEC5FE-2557-4ADA-AF7E-E108685366A7}" destId="{0373B0E0-B347-452A-A0D3-466C379095AF}" srcOrd="5" destOrd="0" presId="urn:microsoft.com/office/officeart/2005/8/layout/hChevron3"/>
    <dgm:cxn modelId="{C57B2DD1-7710-48A0-A518-40969C0A966B}" type="presParOf" srcId="{78AEC5FE-2557-4ADA-AF7E-E108685366A7}" destId="{3EEA0CCC-EE26-4D0D-A1AC-7EA10DAABB69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1F0B48-A502-4398-8179-9C146BB60715}" type="doc">
      <dgm:prSet loTypeId="urn:microsoft.com/office/officeart/2005/8/layout/hChevron3" loCatId="process" qsTypeId="urn:microsoft.com/office/officeart/2005/8/quickstyle/simple1" qsCatId="simple" csTypeId="urn:microsoft.com/office/officeart/2005/8/colors/accent6_4" csCatId="accent6" phldr="1"/>
      <dgm:spPr/>
    </dgm:pt>
    <dgm:pt modelId="{AB5BD4BD-4DFE-43D5-A6E8-5E4183288151}">
      <dgm:prSet phldrT="[Text]" custT="1"/>
      <dgm:spPr>
        <a:solidFill>
          <a:srgbClr val="004F3E"/>
        </a:solidFill>
      </dgm:spPr>
      <dgm:t>
        <a:bodyPr/>
        <a:lstStyle/>
        <a:p>
          <a:r>
            <a:rPr lang="en-GB" sz="2000" dirty="0"/>
            <a:t>Find button or interaction</a:t>
          </a:r>
        </a:p>
      </dgm:t>
    </dgm:pt>
    <dgm:pt modelId="{348C9867-961D-4941-85B7-2A0CCBA8E0DD}" type="parTrans" cxnId="{79C8313C-A4D6-49FE-A3A5-290E9B6B10C3}">
      <dgm:prSet/>
      <dgm:spPr/>
      <dgm:t>
        <a:bodyPr/>
        <a:lstStyle/>
        <a:p>
          <a:endParaRPr lang="en-GB"/>
        </a:p>
      </dgm:t>
    </dgm:pt>
    <dgm:pt modelId="{10A997A0-3050-40F1-8BEB-E4106344990E}" type="sibTrans" cxnId="{79C8313C-A4D6-49FE-A3A5-290E9B6B10C3}">
      <dgm:prSet/>
      <dgm:spPr/>
      <dgm:t>
        <a:bodyPr/>
        <a:lstStyle/>
        <a:p>
          <a:endParaRPr lang="en-GB"/>
        </a:p>
      </dgm:t>
    </dgm:pt>
    <dgm:pt modelId="{76DE2675-C446-465A-92D6-09C7EB3ECBE4}">
      <dgm:prSet phldrT="[Text]" custT="1"/>
      <dgm:spPr>
        <a:solidFill>
          <a:srgbClr val="004F3E"/>
        </a:solidFill>
      </dgm:spPr>
      <dgm:t>
        <a:bodyPr/>
        <a:lstStyle/>
        <a:p>
          <a:r>
            <a:rPr lang="en-GB" sz="2000" dirty="0"/>
            <a:t>Evaluate result to perception</a:t>
          </a:r>
        </a:p>
      </dgm:t>
    </dgm:pt>
    <dgm:pt modelId="{32C0A23A-AFC2-479B-A340-5DE49DDA82F5}" type="parTrans" cxnId="{E6B145E1-B979-4151-A7E4-5B23BEDAEF60}">
      <dgm:prSet/>
      <dgm:spPr/>
      <dgm:t>
        <a:bodyPr/>
        <a:lstStyle/>
        <a:p>
          <a:endParaRPr lang="en-GB"/>
        </a:p>
      </dgm:t>
    </dgm:pt>
    <dgm:pt modelId="{27E17FD5-359B-4D65-AD07-AC5A824095FC}" type="sibTrans" cxnId="{E6B145E1-B979-4151-A7E4-5B23BEDAEF60}">
      <dgm:prSet/>
      <dgm:spPr/>
      <dgm:t>
        <a:bodyPr/>
        <a:lstStyle/>
        <a:p>
          <a:endParaRPr lang="en-GB"/>
        </a:p>
      </dgm:t>
    </dgm:pt>
    <dgm:pt modelId="{86877C58-D7E0-4AC9-8B84-8CEDC1B31E01}">
      <dgm:prSet phldrT="[Text]" custT="1"/>
      <dgm:spPr>
        <a:solidFill>
          <a:srgbClr val="004F3E"/>
        </a:solidFill>
      </dgm:spPr>
      <dgm:t>
        <a:bodyPr/>
        <a:lstStyle/>
        <a:p>
          <a:r>
            <a:rPr lang="en-GB" sz="2000" dirty="0"/>
            <a:t>Perceive button or interaction result</a:t>
          </a:r>
        </a:p>
      </dgm:t>
    </dgm:pt>
    <dgm:pt modelId="{E1D1BF47-3C6D-4089-A64C-288469B63425}" type="parTrans" cxnId="{41CB07A1-9E02-42A6-8846-9F16EC4FBBCB}">
      <dgm:prSet/>
      <dgm:spPr/>
      <dgm:t>
        <a:bodyPr/>
        <a:lstStyle/>
        <a:p>
          <a:endParaRPr lang="en-GB"/>
        </a:p>
      </dgm:t>
    </dgm:pt>
    <dgm:pt modelId="{A4CC6A62-A2A0-43B9-A33E-0DB03C1B0EDA}" type="sibTrans" cxnId="{41CB07A1-9E02-42A6-8846-9F16EC4FBBCB}">
      <dgm:prSet/>
      <dgm:spPr/>
      <dgm:t>
        <a:bodyPr/>
        <a:lstStyle/>
        <a:p>
          <a:endParaRPr lang="en-GB"/>
        </a:p>
      </dgm:t>
    </dgm:pt>
    <dgm:pt modelId="{8CABAEA1-8562-4BB5-BE4A-07C007C07C7A}" type="pres">
      <dgm:prSet presAssocID="{4A1F0B48-A502-4398-8179-9C146BB60715}" presName="Name0" presStyleCnt="0">
        <dgm:presLayoutVars>
          <dgm:dir/>
          <dgm:resizeHandles val="exact"/>
        </dgm:presLayoutVars>
      </dgm:prSet>
      <dgm:spPr/>
    </dgm:pt>
    <dgm:pt modelId="{48D6D7AE-5B1D-4F9C-AE58-06F5C3F61C53}" type="pres">
      <dgm:prSet presAssocID="{AB5BD4BD-4DFE-43D5-A6E8-5E4183288151}" presName="parTxOnly" presStyleLbl="node1" presStyleIdx="0" presStyleCnt="3">
        <dgm:presLayoutVars>
          <dgm:bulletEnabled val="1"/>
        </dgm:presLayoutVars>
      </dgm:prSet>
      <dgm:spPr/>
    </dgm:pt>
    <dgm:pt modelId="{1E92E234-CC4C-4198-AFC2-FC906C2EEA1A}" type="pres">
      <dgm:prSet presAssocID="{10A997A0-3050-40F1-8BEB-E4106344990E}" presName="parSpace" presStyleCnt="0"/>
      <dgm:spPr/>
    </dgm:pt>
    <dgm:pt modelId="{B0DC5F86-228E-4AC1-B95E-3544A0FF899A}" type="pres">
      <dgm:prSet presAssocID="{86877C58-D7E0-4AC9-8B84-8CEDC1B31E01}" presName="parTxOnly" presStyleLbl="node1" presStyleIdx="1" presStyleCnt="3">
        <dgm:presLayoutVars>
          <dgm:bulletEnabled val="1"/>
        </dgm:presLayoutVars>
      </dgm:prSet>
      <dgm:spPr/>
    </dgm:pt>
    <dgm:pt modelId="{B395B2B7-3768-4060-9635-6C755ECDE3B5}" type="pres">
      <dgm:prSet presAssocID="{A4CC6A62-A2A0-43B9-A33E-0DB03C1B0EDA}" presName="parSpace" presStyleCnt="0"/>
      <dgm:spPr/>
    </dgm:pt>
    <dgm:pt modelId="{FC3F4963-D2B9-4F97-BB2C-1B3A4C73F78A}" type="pres">
      <dgm:prSet presAssocID="{76DE2675-C446-465A-92D6-09C7EB3ECBE4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43BB7428-50A2-4EA5-BFDF-19F612B024C8}" type="presOf" srcId="{76DE2675-C446-465A-92D6-09C7EB3ECBE4}" destId="{FC3F4963-D2B9-4F97-BB2C-1B3A4C73F78A}" srcOrd="0" destOrd="0" presId="urn:microsoft.com/office/officeart/2005/8/layout/hChevron3"/>
    <dgm:cxn modelId="{79C8313C-A4D6-49FE-A3A5-290E9B6B10C3}" srcId="{4A1F0B48-A502-4398-8179-9C146BB60715}" destId="{AB5BD4BD-4DFE-43D5-A6E8-5E4183288151}" srcOrd="0" destOrd="0" parTransId="{348C9867-961D-4941-85B7-2A0CCBA8E0DD}" sibTransId="{10A997A0-3050-40F1-8BEB-E4106344990E}"/>
    <dgm:cxn modelId="{89CF6151-BFD3-4D5C-8B83-58E0528005AE}" type="presOf" srcId="{AB5BD4BD-4DFE-43D5-A6E8-5E4183288151}" destId="{48D6D7AE-5B1D-4F9C-AE58-06F5C3F61C53}" srcOrd="0" destOrd="0" presId="urn:microsoft.com/office/officeart/2005/8/layout/hChevron3"/>
    <dgm:cxn modelId="{41CB07A1-9E02-42A6-8846-9F16EC4FBBCB}" srcId="{4A1F0B48-A502-4398-8179-9C146BB60715}" destId="{86877C58-D7E0-4AC9-8B84-8CEDC1B31E01}" srcOrd="1" destOrd="0" parTransId="{E1D1BF47-3C6D-4089-A64C-288469B63425}" sibTransId="{A4CC6A62-A2A0-43B9-A33E-0DB03C1B0EDA}"/>
    <dgm:cxn modelId="{A025D1BA-F596-4E55-86C2-2E7EBD141783}" type="presOf" srcId="{4A1F0B48-A502-4398-8179-9C146BB60715}" destId="{8CABAEA1-8562-4BB5-BE4A-07C007C07C7A}" srcOrd="0" destOrd="0" presId="urn:microsoft.com/office/officeart/2005/8/layout/hChevron3"/>
    <dgm:cxn modelId="{8489ACC2-BF51-4F49-B888-DD3D5020A77A}" type="presOf" srcId="{86877C58-D7E0-4AC9-8B84-8CEDC1B31E01}" destId="{B0DC5F86-228E-4AC1-B95E-3544A0FF899A}" srcOrd="0" destOrd="0" presId="urn:microsoft.com/office/officeart/2005/8/layout/hChevron3"/>
    <dgm:cxn modelId="{E6B145E1-B979-4151-A7E4-5B23BEDAEF60}" srcId="{4A1F0B48-A502-4398-8179-9C146BB60715}" destId="{76DE2675-C446-465A-92D6-09C7EB3ECBE4}" srcOrd="2" destOrd="0" parTransId="{32C0A23A-AFC2-479B-A340-5DE49DDA82F5}" sibTransId="{27E17FD5-359B-4D65-AD07-AC5A824095FC}"/>
    <dgm:cxn modelId="{030EC00E-9FD1-4E8C-8425-4CDB789AA772}" type="presParOf" srcId="{8CABAEA1-8562-4BB5-BE4A-07C007C07C7A}" destId="{48D6D7AE-5B1D-4F9C-AE58-06F5C3F61C53}" srcOrd="0" destOrd="0" presId="urn:microsoft.com/office/officeart/2005/8/layout/hChevron3"/>
    <dgm:cxn modelId="{E3ED2F02-9FCB-42CD-9B54-801A9CEE32B3}" type="presParOf" srcId="{8CABAEA1-8562-4BB5-BE4A-07C007C07C7A}" destId="{1E92E234-CC4C-4198-AFC2-FC906C2EEA1A}" srcOrd="1" destOrd="0" presId="urn:microsoft.com/office/officeart/2005/8/layout/hChevron3"/>
    <dgm:cxn modelId="{FC7707DC-06B4-4DAD-B6A5-8D6A34FEE452}" type="presParOf" srcId="{8CABAEA1-8562-4BB5-BE4A-07C007C07C7A}" destId="{B0DC5F86-228E-4AC1-B95E-3544A0FF899A}" srcOrd="2" destOrd="0" presId="urn:microsoft.com/office/officeart/2005/8/layout/hChevron3"/>
    <dgm:cxn modelId="{B66D4949-3B0E-427A-9D6B-65054AA9F330}" type="presParOf" srcId="{8CABAEA1-8562-4BB5-BE4A-07C007C07C7A}" destId="{B395B2B7-3768-4060-9635-6C755ECDE3B5}" srcOrd="3" destOrd="0" presId="urn:microsoft.com/office/officeart/2005/8/layout/hChevron3"/>
    <dgm:cxn modelId="{3B3B084A-BD0D-4FE5-A0CB-4945145A2552}" type="presParOf" srcId="{8CABAEA1-8562-4BB5-BE4A-07C007C07C7A}" destId="{FC3F4963-D2B9-4F97-BB2C-1B3A4C73F78A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87977-774F-4243-8E38-5AA1E56DD375}">
      <dsp:nvSpPr>
        <dsp:cNvPr id="0" name=""/>
        <dsp:cNvSpPr/>
      </dsp:nvSpPr>
      <dsp:spPr>
        <a:xfrm>
          <a:off x="2381" y="473973"/>
          <a:ext cx="2389187" cy="955675"/>
        </a:xfrm>
        <a:prstGeom prst="homePlate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Task scenarios</a:t>
          </a:r>
        </a:p>
      </dsp:txBody>
      <dsp:txXfrm>
        <a:off x="2381" y="473973"/>
        <a:ext cx="2150268" cy="955675"/>
      </dsp:txXfrm>
    </dsp:sp>
    <dsp:sp modelId="{579C1F23-0293-41D6-AA0A-98E1ED7BAFD0}">
      <dsp:nvSpPr>
        <dsp:cNvPr id="0" name=""/>
        <dsp:cNvSpPr/>
      </dsp:nvSpPr>
      <dsp:spPr>
        <a:xfrm>
          <a:off x="1913731" y="473973"/>
          <a:ext cx="2389187" cy="955675"/>
        </a:xfrm>
        <a:prstGeom prst="chevron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Mock evaluation</a:t>
          </a:r>
        </a:p>
      </dsp:txBody>
      <dsp:txXfrm>
        <a:off x="2391569" y="473973"/>
        <a:ext cx="1433512" cy="955675"/>
      </dsp:txXfrm>
    </dsp:sp>
    <dsp:sp modelId="{434759D6-1C56-4462-960E-BD48EA911099}">
      <dsp:nvSpPr>
        <dsp:cNvPr id="0" name=""/>
        <dsp:cNvSpPr/>
      </dsp:nvSpPr>
      <dsp:spPr>
        <a:xfrm>
          <a:off x="3825081" y="473973"/>
          <a:ext cx="2389187" cy="955675"/>
        </a:xfrm>
        <a:prstGeom prst="chevron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Identify Issues</a:t>
          </a:r>
        </a:p>
      </dsp:txBody>
      <dsp:txXfrm>
        <a:off x="4302919" y="473973"/>
        <a:ext cx="1433512" cy="955675"/>
      </dsp:txXfrm>
    </dsp:sp>
    <dsp:sp modelId="{3EEA0CCC-EE26-4D0D-A1AC-7EA10DAABB69}">
      <dsp:nvSpPr>
        <dsp:cNvPr id="0" name=""/>
        <dsp:cNvSpPr/>
      </dsp:nvSpPr>
      <dsp:spPr>
        <a:xfrm>
          <a:off x="5736431" y="473973"/>
          <a:ext cx="2389187" cy="955675"/>
        </a:xfrm>
        <a:prstGeom prst="chevron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Guide survey creation</a:t>
          </a:r>
        </a:p>
      </dsp:txBody>
      <dsp:txXfrm>
        <a:off x="6214269" y="473973"/>
        <a:ext cx="1433512" cy="955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6D7AE-5B1D-4F9C-AE58-06F5C3F61C53}">
      <dsp:nvSpPr>
        <dsp:cNvPr id="0" name=""/>
        <dsp:cNvSpPr/>
      </dsp:nvSpPr>
      <dsp:spPr>
        <a:xfrm>
          <a:off x="3571" y="0"/>
          <a:ext cx="3123406" cy="931885"/>
        </a:xfrm>
        <a:prstGeom prst="homePlate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Find button or interaction</a:t>
          </a:r>
        </a:p>
      </dsp:txBody>
      <dsp:txXfrm>
        <a:off x="3571" y="0"/>
        <a:ext cx="2890435" cy="931885"/>
      </dsp:txXfrm>
    </dsp:sp>
    <dsp:sp modelId="{B0DC5F86-228E-4AC1-B95E-3544A0FF899A}">
      <dsp:nvSpPr>
        <dsp:cNvPr id="0" name=""/>
        <dsp:cNvSpPr/>
      </dsp:nvSpPr>
      <dsp:spPr>
        <a:xfrm>
          <a:off x="2502296" y="0"/>
          <a:ext cx="3123406" cy="931885"/>
        </a:xfrm>
        <a:prstGeom prst="chevron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Perceive button or interaction result</a:t>
          </a:r>
        </a:p>
      </dsp:txBody>
      <dsp:txXfrm>
        <a:off x="2968239" y="0"/>
        <a:ext cx="2191521" cy="931885"/>
      </dsp:txXfrm>
    </dsp:sp>
    <dsp:sp modelId="{FC3F4963-D2B9-4F97-BB2C-1B3A4C73F78A}">
      <dsp:nvSpPr>
        <dsp:cNvPr id="0" name=""/>
        <dsp:cNvSpPr/>
      </dsp:nvSpPr>
      <dsp:spPr>
        <a:xfrm>
          <a:off x="5001021" y="0"/>
          <a:ext cx="3123406" cy="931885"/>
        </a:xfrm>
        <a:prstGeom prst="chevron">
          <a:avLst/>
        </a:prstGeom>
        <a:solidFill>
          <a:srgbClr val="004F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Evaluate result to perception</a:t>
          </a:r>
        </a:p>
      </dsp:txBody>
      <dsp:txXfrm>
        <a:off x="5466964" y="0"/>
        <a:ext cx="2191521" cy="931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733D1-7D8F-47F6-A7C5-ACC3DB0FD340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BCB0-414A-4C42-BCE2-7E76EE377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43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Greens on screen is an amateur fan-based website describing the facts and stats of Plymouth argyle from 1903-Today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BBCB0-414A-4C42-BCE2-7E76EE3779C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50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BBCB0-414A-4C42-BCE2-7E76EE3779C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52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8228-0F53-A528-252A-94D76CC9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915E2-F1AE-1A3C-943C-C5B7AAAAE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9CABC-F19A-8797-743E-63432937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Greens on screen is an </a:t>
            </a:r>
            <a:r>
              <a:rPr lang="en-GB" dirty="0" err="1"/>
              <a:t>ameature</a:t>
            </a:r>
            <a:r>
              <a:rPr lang="en-GB" dirty="0"/>
              <a:t> fan-based website describing the facts and stats of Plymouth argyle from 1903-Today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FB61-9D02-2BE2-690D-110444E3F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BBCB0-414A-4C42-BCE2-7E76EE3779C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331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I’ve found 30 user goals and summarised them in 4 main categories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BBCB0-414A-4C42-BCE2-7E76EE3779C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64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BBCB0-414A-4C42-BCE2-7E76EE3779C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12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9D7D-CBAE-CE68-7945-81CC06275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9F10A-899B-EC80-95AA-C1C37E3F5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846B5-1A56-7AFB-0E4C-D2D49D36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AD9A-6094-4EB7-FFD2-FDB25D5B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24C4-E88A-DF1F-45A1-F3847E1E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04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A52C-96AB-6140-A333-4C930A2B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38079-1F9C-F4BD-1043-173539077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ECE21-11C6-A3EE-DCC0-BF5D3FDE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A17B-D347-91D0-00F3-A4420EF0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8AA99-BBDC-F930-BEA2-56EF0A14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84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71F6-4B07-05AB-9AB3-2AE8A867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D9D1F-4380-965D-6233-66AD7C3D0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44068-E0DA-AD7B-83FF-2E504DD1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0300F-9B05-D7C3-1FCF-3736E5EB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F3BB-E604-A401-EE6C-A25E775A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40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F3BC-4610-E51E-7B05-37606296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1183-D799-C998-8C20-06C08E379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6AA20-E367-ABAA-1E47-58DBAE3FA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2B9BF-9E75-F875-D1D8-52E877AF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0DC4C-D2EF-74B4-90C5-0DF8CA32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6A1AA-5918-7310-546C-2CD53314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74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4686-84EA-97E0-1D6D-29D8F46D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41A7D-03E2-01EB-DFD7-41827796C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C6022-CFAA-A1E5-9162-BF7B32C97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E7110-B873-F617-0A9D-D3F0FD0C0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6D000-F76A-30B2-CDCD-1E5D7CA70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66DA9-ADBB-001A-05CF-E86F8DD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69457-F142-1ADD-4469-05A11ED6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AB457-4898-BA1A-4B32-1853E33F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3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C579-C084-3510-95F7-FCD8ED42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7CFA4-B93F-1789-3954-6B53050B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C82B6-D5A2-5005-9F12-1729D717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0FDBB-1215-9528-D6F2-633057E0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1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A0AAED-B658-6BFB-54B1-BE080674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9EAEE-899A-7012-9BBA-C0B84243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AE62D-C92F-E6A6-B919-F820584B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66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8863-7958-B869-E84D-269B1C00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B2E43-9A7C-1268-F935-E8C1EA5E0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93078-180C-E904-1903-FC8413F8D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E863D-3A87-C1E2-0EB5-87343872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34CBA-E47E-BE55-FE9B-7A0F4EC7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23D32-50C2-6CA5-872C-4B8D212B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8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0B06-2823-FB51-50F8-CC66C185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40F87-57F8-49A6-5372-50E75899E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2FE9B-4F15-AF22-DDD0-D9A86294E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FFF2A-0E1E-4B51-4FBA-5709FD78E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55E11-9DBD-424D-BBEF-3FB519ED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B8E23-98E6-4437-9E63-9E5F37E4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44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8D556-DDB7-A471-F26B-289DAE34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380D6-0C15-8EA3-AF89-B96867D38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D02E0-B426-737A-6E55-BD8A643E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E0872-E3C4-C89A-7970-05A55EFD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8811-989B-B5E0-8EA4-BF5FA3F9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61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D0043-1332-287D-FB58-3334DE996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BA659-DC5E-DBA2-7057-18B123102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2E51-43A7-31F5-DE52-E0EEC8C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F944-AF3C-5C9B-D2C0-AA5FCB41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278F1-DFF2-175A-86C4-C7C0A6DD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22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F2348-11ED-F02D-11C0-690DFA09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E85C8-0EE5-3CEA-925B-21C37EDE1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88A9-5770-9848-2E3D-55E49731B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8B4C8-315F-409B-B576-C76CFC771A33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0E514-2E5F-C53F-6612-0289AE728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08E38-3797-6472-7182-0DD663669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E5213-E336-41C3-B2B3-FBB5A9347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79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5.jpeg"/><Relationship Id="rId17" Type="http://schemas.openxmlformats.org/officeDocument/2006/relationships/image" Target="../media/image40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microsoft.com/office/2007/relationships/hdphoto" Target="../media/hdphoto1.wdp"/><Relationship Id="rId15" Type="http://schemas.openxmlformats.org/officeDocument/2006/relationships/image" Target="../media/image38.jpe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4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FC4C-BDD5-58A5-F327-B46E792E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16FC7-9C16-E12E-ECFD-124820B72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709443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Redesign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270735B-7D58-55D5-BE1C-71AB98D12B62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F65E5C0-5964-76AF-8EFD-CA8528C23B14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2118A8-E0D8-F7C4-C345-36EFB8B0FCC4}"/>
              </a:ext>
            </a:extLst>
          </p:cNvPr>
          <p:cNvSpPr txBox="1"/>
          <p:nvPr/>
        </p:nvSpPr>
        <p:spPr>
          <a:xfrm>
            <a:off x="2052094" y="2551837"/>
            <a:ext cx="8008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Section 1: Summary and evaluation Section 2: Analysis and Redesign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Section 3: Overcoming Issues identified</a:t>
            </a:r>
          </a:p>
        </p:txBody>
      </p:sp>
    </p:spTree>
    <p:extLst>
      <p:ext uri="{BB962C8B-B14F-4D97-AF65-F5344CB8AC3E}">
        <p14:creationId xmlns:p14="http://schemas.microsoft.com/office/powerpoint/2010/main" val="372343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C840-AE67-DC4B-5B08-CA21AAFF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D6EE91-C38B-831C-9EBA-688EB02A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611"/>
          <a:stretch/>
        </p:blipFill>
        <p:spPr>
          <a:xfrm>
            <a:off x="-1" y="1709444"/>
            <a:ext cx="12192000" cy="5148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CADB1-F555-544D-484F-02269A7AA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709443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Summary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67CDC52-DA13-FA83-4CFA-8DD78C34D024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DF3EBB5-C7F5-674B-0E86-994965CD7688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1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E8BB-32B0-DCF0-6D37-8EF15B06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">
            <a:extLst>
              <a:ext uri="{FF2B5EF4-FFF2-40B4-BE49-F238E27FC236}">
                <a16:creationId xmlns:a16="http://schemas.microsoft.com/office/drawing/2014/main" id="{B277FA25-7DD3-1F4B-1B0D-9A6F50C07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655" y="1386278"/>
            <a:ext cx="6854688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Currently 3400 followers on Facebook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Target audience appears to be fans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Plymouth argyle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Football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Plymouth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History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17D7721-D705-8E50-D721-765D203E5D4F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D14C4DE-1033-9782-DCF8-8A691623AFFF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6A00D2D-5CB5-327E-39A1-63037A5D61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Target Audience</a:t>
            </a:r>
          </a:p>
        </p:txBody>
      </p:sp>
    </p:spTree>
    <p:extLst>
      <p:ext uri="{BB962C8B-B14F-4D97-AF65-F5344CB8AC3E}">
        <p14:creationId xmlns:p14="http://schemas.microsoft.com/office/powerpoint/2010/main" val="303136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DDE7-1147-39E6-5130-F6D569C6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CAB93-20A4-430C-87F5-0289ADF5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29"/>
          <a:stretch/>
        </p:blipFill>
        <p:spPr>
          <a:xfrm>
            <a:off x="0" y="888589"/>
            <a:ext cx="12192000" cy="6003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01B0D-1C52-08A9-2D83-887E4217E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1003852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First Impressions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F1A3D-C44F-C43F-2902-FDB222BA0962}"/>
              </a:ext>
            </a:extLst>
          </p:cNvPr>
          <p:cNvSpPr/>
          <p:nvPr/>
        </p:nvSpPr>
        <p:spPr>
          <a:xfrm>
            <a:off x="4809710" y="1439333"/>
            <a:ext cx="2572579" cy="5418665"/>
          </a:xfrm>
          <a:prstGeom prst="rect">
            <a:avLst/>
          </a:prstGeom>
          <a:noFill/>
          <a:ln w="38100">
            <a:solidFill>
              <a:srgbClr val="405E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highlight>
                  <a:srgbClr val="004F3E"/>
                </a:highlight>
              </a:rPr>
              <a:t>On This 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3DFD45-455D-7E7C-FF5B-AF759EDD3012}"/>
              </a:ext>
            </a:extLst>
          </p:cNvPr>
          <p:cNvSpPr/>
          <p:nvPr/>
        </p:nvSpPr>
        <p:spPr>
          <a:xfrm>
            <a:off x="1888434" y="3810000"/>
            <a:ext cx="1460638" cy="3047997"/>
          </a:xfrm>
          <a:prstGeom prst="rect">
            <a:avLst/>
          </a:prstGeom>
          <a:noFill/>
          <a:ln w="38100">
            <a:solidFill>
              <a:srgbClr val="405E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highlight>
                  <a:srgbClr val="004F3E"/>
                </a:highlight>
              </a:rPr>
              <a:t>Latest news</a:t>
            </a:r>
          </a:p>
        </p:txBody>
      </p:sp>
    </p:spTree>
    <p:extLst>
      <p:ext uri="{BB962C8B-B14F-4D97-AF65-F5344CB8AC3E}">
        <p14:creationId xmlns:p14="http://schemas.microsoft.com/office/powerpoint/2010/main" val="73618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B481-9F31-1E32-88F5-E2B612A3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199" y="1602105"/>
            <a:ext cx="27774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Latest Results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Future Fixtures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Club Updates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Player Appearances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at Green on screens On This Day posts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Connect fanbase Community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Season Performance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Current Squad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Seasons performances</a:t>
            </a:r>
          </a:p>
          <a:p>
            <a:pPr marL="0" indent="0" fontAlgn="ctr">
              <a:buNone/>
            </a:pPr>
            <a:r>
              <a:rPr lang="en-GB" sz="1600" dirty="0">
                <a:solidFill>
                  <a:schemeClr val="bg1"/>
                </a:solidFill>
              </a:rPr>
              <a:t>Look up Consecutive Appearances</a:t>
            </a:r>
            <a:endParaRPr lang="en-GB" sz="1600" dirty="0"/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Current And Former Players</a:t>
            </a:r>
            <a:endParaRPr lang="en-GB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75633D9-2B73-B5CA-1619-A7A3EEE1CAEB}"/>
              </a:ext>
            </a:extLst>
          </p:cNvPr>
          <p:cNvSpPr txBox="1">
            <a:spLocks/>
          </p:cNvSpPr>
          <p:nvPr/>
        </p:nvSpPr>
        <p:spPr>
          <a:xfrm>
            <a:off x="8430777" y="1602105"/>
            <a:ext cx="324021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League Table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Look up Score Counts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History articles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Team photos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Friendly matches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Argyle Videos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Non-Match photo archive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Engage with other PAFC websites</a:t>
            </a:r>
          </a:p>
          <a:p>
            <a:pPr marL="0" indent="0">
              <a:buNone/>
            </a:pPr>
            <a:endParaRPr lang="en-GB" sz="16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GB" sz="1600" dirty="0">
              <a:solidFill>
                <a:schemeClr val="bg1"/>
              </a:solidFill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>
              <a:latin typeface="+mj-l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229141-BF49-E16F-204C-DEE268F0A7A2}"/>
              </a:ext>
            </a:extLst>
          </p:cNvPr>
          <p:cNvSpPr txBox="1">
            <a:spLocks/>
          </p:cNvSpPr>
          <p:nvPr/>
        </p:nvSpPr>
        <p:spPr>
          <a:xfrm>
            <a:off x="4870112" y="1602105"/>
            <a:ext cx="324021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Opposition History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Managers</a:t>
            </a: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Consecutive Results</a:t>
            </a:r>
            <a:endParaRPr lang="en-GB" sz="1600" b="0" i="0" u="none" strike="noStrike" dirty="0">
              <a:solidFill>
                <a:schemeClr val="bg1"/>
              </a:solidFill>
              <a:effectLst/>
              <a:latin typeface="+mj-lt"/>
            </a:endParaRP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Attendance Highs and Lows</a:t>
            </a: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Top Substitutes</a:t>
            </a: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Youngest and Oldest players</a:t>
            </a: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Season’s Best and Worst Starts</a:t>
            </a: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Football League by Decade</a:t>
            </a:r>
          </a:p>
          <a:p>
            <a:pPr marL="0" indent="0" algn="l" rtl="0" eaLnBrk="1" fontAlgn="ctr" latinLnBrk="0" hangingPunct="1"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Look up Football League by Calendar Year</a:t>
            </a:r>
            <a:endParaRPr lang="en-GB" sz="1600" dirty="0">
              <a:solidFill>
                <a:schemeClr val="bg1"/>
              </a:solidFill>
              <a:latin typeface="+mj-lt"/>
            </a:endParaRPr>
          </a:p>
          <a:p>
            <a:pPr marL="0" indent="0" algn="l" rtl="0" eaLnBrk="1" fontAlgn="ctr" latinLnBrk="0" hangingPunct="1">
              <a:buNone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Look up Success Rankings by Opposition</a:t>
            </a:r>
          </a:p>
          <a:p>
            <a:pPr marL="0" indent="0" fontAlgn="ctr">
              <a:buNone/>
            </a:pPr>
            <a:r>
              <a:rPr lang="en-GB" sz="1600" dirty="0">
                <a:solidFill>
                  <a:schemeClr val="bg1"/>
                </a:solidFill>
              </a:rPr>
              <a:t>Look up Goal scorers by Season</a:t>
            </a:r>
          </a:p>
          <a:p>
            <a:pPr marL="0" indent="0" algn="l" rtl="0" eaLnBrk="1" fontAlgn="ctr" latinLnBrk="0" hangingPunct="1">
              <a:buNone/>
            </a:pPr>
            <a:endParaRPr lang="en-GB" sz="1600" dirty="0">
              <a:latin typeface="+mj-lt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E04B73F-7E15-1552-1CC9-E52C1E26456F}"/>
              </a:ext>
            </a:extLst>
          </p:cNvPr>
          <p:cNvSpPr/>
          <p:nvPr/>
        </p:nvSpPr>
        <p:spPr>
          <a:xfrm>
            <a:off x="2528104" y="1709443"/>
            <a:ext cx="6749139" cy="3612762"/>
          </a:xfrm>
          <a:prstGeom prst="roundRect">
            <a:avLst/>
          </a:prstGeom>
          <a:solidFill>
            <a:srgbClr val="E0F2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67CF3DD4-32AA-DDE5-D819-6537A9B1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952" y="2227485"/>
            <a:ext cx="5605291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latest news &amp; results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team stats and facts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Delve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Argyle's history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with other Argyle fans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675BAFA-87DD-011A-F0C1-C800E2A12A7D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8B4651A-C1DB-8941-1B84-95BB72A76B61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388971F-AAE8-93A2-A321-04CB0B7EA5C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User Goals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9919EFD5-60FE-C355-3C34-58F17D181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5972" y="3680735"/>
            <a:ext cx="540000" cy="5400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9DF5E61-083E-A7A8-3BF0-975228943D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48927" y="3017391"/>
            <a:ext cx="472500" cy="540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BDB0DB7-236D-BDCA-116C-962A0E2102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4763" y="4343387"/>
            <a:ext cx="585000" cy="468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63A7257B-672C-2DC5-E179-423939910F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4763" y="233078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D71B-98B0-EEF9-7830-4634DB95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7DEE540-23C8-C53F-20E3-60CB64FEAA0F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240AC8F-0FAF-8DEB-3221-FD1004C59F33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4540CD0-863F-9B2A-CFD4-7BDDD305F627}"/>
              </a:ext>
            </a:extLst>
          </p:cNvPr>
          <p:cNvSpPr txBox="1">
            <a:spLocks/>
          </p:cNvSpPr>
          <p:nvPr/>
        </p:nvSpPr>
        <p:spPr>
          <a:xfrm>
            <a:off x="0" y="9427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Main interactions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DB9E36C-C380-3F25-6463-2EF3505C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655" y="1709445"/>
            <a:ext cx="6854688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Look up top players based on rankings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Look at latest updates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Find about section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Look at what happened on this day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Search a given player</a:t>
            </a:r>
            <a:endParaRPr lang="en-US" altLang="en-US" sz="2800" dirty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5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6B3A-945D-80A6-BDFB-713098A6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D787F5C-4FD7-3BDF-8B86-996C7D953089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B2A02ED-84DC-24C5-38F6-045B387FDFB9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32B0ED5D-265A-53EB-3269-5B02F7C267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 creation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5CFEA1-21C7-A762-0206-F8CF17BD7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245049"/>
              </p:ext>
            </p:extLst>
          </p:nvPr>
        </p:nvGraphicFramePr>
        <p:xfrm>
          <a:off x="1837267" y="3585464"/>
          <a:ext cx="8128000" cy="190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C9DDEDA-247E-BE4C-24D2-D8DFE5093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600178"/>
              </p:ext>
            </p:extLst>
          </p:nvPr>
        </p:nvGraphicFramePr>
        <p:xfrm>
          <a:off x="1837267" y="2103278"/>
          <a:ext cx="8128000" cy="931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D14EA299-3115-14D2-B30D-3240510F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267" y="1270308"/>
            <a:ext cx="6854688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Mock evaluation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Survey creation process</a:t>
            </a:r>
          </a:p>
        </p:txBody>
      </p:sp>
    </p:spTree>
    <p:extLst>
      <p:ext uri="{BB962C8B-B14F-4D97-AF65-F5344CB8AC3E}">
        <p14:creationId xmlns:p14="http://schemas.microsoft.com/office/powerpoint/2010/main" val="106618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FB7F89-ACED-A84A-CEDA-DFD8E9EC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58" b="30547"/>
          <a:stretch/>
        </p:blipFill>
        <p:spPr>
          <a:xfrm>
            <a:off x="3213526" y="1402118"/>
            <a:ext cx="5764947" cy="5222510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3448984-E760-DBB0-D5A7-87BF0C2E5F3E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38696C4-EA8F-16BE-1A06-B60800545021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57E9DD1-4BE2-287A-C989-14E5371942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Documentation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3A24C-9C0D-7084-7724-FD8DFE630E29}"/>
              </a:ext>
            </a:extLst>
          </p:cNvPr>
          <p:cNvSpPr txBox="1"/>
          <p:nvPr/>
        </p:nvSpPr>
        <p:spPr>
          <a:xfrm>
            <a:off x="8117786" y="6439962"/>
            <a:ext cx="4074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dirty="0"/>
              <a:t>University of Plymouth Ethics Approval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364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3D59-A9E7-C89A-5F6C-45E55CDF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853D8BF-3A75-ED54-943A-2B06EDEA5D03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0AEC6A-602D-CE9E-3B1C-54D459BE58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Documentation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FBD8F5-F92C-90E2-C60D-DABF45AC4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256815"/>
            <a:ext cx="3939881" cy="35969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CE5312-F093-D02C-42BB-33C0B472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14" y="1256815"/>
            <a:ext cx="4088177" cy="560118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E95C656-D973-4142-9762-95FD3149DD17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E20AB-3244-3C11-C124-2FB4C75E1BBB}"/>
              </a:ext>
            </a:extLst>
          </p:cNvPr>
          <p:cNvSpPr txBox="1"/>
          <p:nvPr/>
        </p:nvSpPr>
        <p:spPr>
          <a:xfrm>
            <a:off x="8117786" y="6439962"/>
            <a:ext cx="4074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dirty="0"/>
              <a:t>Research </a:t>
            </a:r>
            <a:r>
              <a:rPr lang="en-GB" dirty="0"/>
              <a:t>Information Sheet</a:t>
            </a:r>
          </a:p>
        </p:txBody>
      </p:sp>
    </p:spTree>
    <p:extLst>
      <p:ext uri="{BB962C8B-B14F-4D97-AF65-F5344CB8AC3E}">
        <p14:creationId xmlns:p14="http://schemas.microsoft.com/office/powerpoint/2010/main" val="4532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2F04-8212-24EC-1C10-3B2B76FFD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657EA89-35AD-9A0D-B5B6-A3CE9CB85C8E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AD403AA-34E4-9FFD-476F-22CAAED36A0B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595447-8550-4B54-B28F-A90F8834E4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Documentation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4C08B-9E9A-ECD3-14FB-7222DB9C378E}"/>
              </a:ext>
            </a:extLst>
          </p:cNvPr>
          <p:cNvSpPr txBox="1"/>
          <p:nvPr/>
        </p:nvSpPr>
        <p:spPr>
          <a:xfrm>
            <a:off x="8117786" y="6439962"/>
            <a:ext cx="4074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/>
              <a:t>Right to Withdraw 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9973A-BD5C-1465-F6AB-14793A01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247" y="1394465"/>
            <a:ext cx="4867075" cy="434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2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DEB25-DE86-A9D5-0A57-AB1226DE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7204A21-A53F-F2E3-D90E-AAA7D8BBDE0B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5DF1DDF-BD76-2596-57F2-1C76C48A210B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9EA3C6-B9C7-1A7B-C208-E521690750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Documentation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A9887-7A09-A6F7-55F3-BBEA91287117}"/>
              </a:ext>
            </a:extLst>
          </p:cNvPr>
          <p:cNvSpPr txBox="1"/>
          <p:nvPr/>
        </p:nvSpPr>
        <p:spPr>
          <a:xfrm>
            <a:off x="8117786" y="6439962"/>
            <a:ext cx="4074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/>
              <a:t>Faculty ethics consent 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5DE53-3229-6E4C-DD79-A76209AA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3" b="34846"/>
          <a:stretch/>
        </p:blipFill>
        <p:spPr>
          <a:xfrm>
            <a:off x="1999792" y="1697640"/>
            <a:ext cx="4454963" cy="42690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3BEE7E-98C7-7189-9EA0-2E66455B1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154"/>
          <a:stretch/>
        </p:blipFill>
        <p:spPr>
          <a:xfrm>
            <a:off x="6755377" y="1709443"/>
            <a:ext cx="3737453" cy="204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5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6C7F-99ED-B1D7-AF0E-DAF8B6D6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601697D-D55C-4697-244B-A34EDAA445F8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1EE186-EA12-C4B0-E95A-3AE523B4DB99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CAA86E3-6FC7-AAC7-89D5-D81594B404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E700D9-BD6C-430A-D638-F409B7E7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290" y="1406294"/>
            <a:ext cx="4108709" cy="4684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75095-6BBE-00E0-BFA4-DC41C8BB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59" y="1406294"/>
            <a:ext cx="5112182" cy="211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D995-5002-0DBE-A810-F260BEA6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8F78767-01AD-AD89-E0C9-1C1133C62AFA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2EC1AD0-933C-26BE-2D95-90302F4840AC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4B171D7-4048-E5CC-3CBF-3240E148D8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E9FED-00D1-FBA9-1E0D-2F089DE4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593"/>
          <a:stretch/>
        </p:blipFill>
        <p:spPr>
          <a:xfrm>
            <a:off x="676505" y="1692642"/>
            <a:ext cx="4765323" cy="3319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CCA34-93ED-CABA-B2E2-AD47A91A0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" t="49494" r="-53" b="249"/>
          <a:stretch/>
        </p:blipFill>
        <p:spPr>
          <a:xfrm>
            <a:off x="5732713" y="1629215"/>
            <a:ext cx="4765323" cy="34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48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CEC2-BE73-F33E-B122-737ACE9D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7B44BE-C463-D2DC-26E1-2300A0A6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409" y="1646865"/>
            <a:ext cx="5753718" cy="4119139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FED042C-1636-2834-A8E2-FCB8B802F8DA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4EE5A60-B96B-975F-23EC-EC1F939AE624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41B633A-0DF6-3064-9835-4908ABC25C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1A32D-468F-33E7-82EE-A0774EE8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28" y="1619185"/>
            <a:ext cx="5156772" cy="414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1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F875-D9F8-97D0-E2CB-D48A6CE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7E9700-1B3D-C477-A9CA-6FB336DEB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014" y="1766909"/>
            <a:ext cx="4829405" cy="3853579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6EF7A1D-23DC-1090-8D5C-F39B23AF7B37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213BA30-0011-1A0A-3E45-F2F504419998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9EB8D17-D692-9F99-3FE5-3614BD25D11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A9C25-8D1E-7C88-400B-D2B58452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6910"/>
            <a:ext cx="4876211" cy="385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34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F52C7-FB97-277B-33F0-4758C350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4C0CD-BC21-9EE3-FF5D-53F93410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27" y="1386538"/>
            <a:ext cx="4509606" cy="4097561"/>
          </a:xfrm>
          <a:prstGeom prst="rect">
            <a:avLst/>
          </a:prstGeom>
        </p:spPr>
      </p:pic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88597F0-19B1-282B-2DD3-F3B6B7C3455C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70EDE0E-353E-0732-05D4-97A6D9BFBA1F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403A946-B137-E00E-9916-7A4CF071318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F9225-9637-4EE8-714F-A4D55EEB4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538"/>
            <a:ext cx="5134022" cy="408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16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7A87-DA96-F209-C512-DBD9A171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6B1F000-B08E-87AB-C87C-FB9629B56F74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A0F448C-EA9C-EDEE-2A8E-015C0EEC3EFE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9552074-0C29-DBA6-1036-02ACE23F241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8FCC5-D70A-D844-942F-887C1C5B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062"/>
          <a:stretch/>
        </p:blipFill>
        <p:spPr>
          <a:xfrm>
            <a:off x="122725" y="1412861"/>
            <a:ext cx="5867484" cy="4384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ABD2DE-FAC2-1D4A-BDA2-D24E48E0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938"/>
          <a:stretch/>
        </p:blipFill>
        <p:spPr>
          <a:xfrm>
            <a:off x="6201791" y="1514355"/>
            <a:ext cx="5867484" cy="247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01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772E-D0E6-CFF0-5309-75EF3307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A9EE7AF-31F2-BE0F-C0BD-00CEB4FF0A1B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5A1F92C-955F-076A-2060-F13FEFBA96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1: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7FE40-0F6A-7326-A2E6-5973212694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809"/>
          <a:stretch/>
        </p:blipFill>
        <p:spPr>
          <a:xfrm>
            <a:off x="524575" y="1440295"/>
            <a:ext cx="5305306" cy="3961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FE7228-4585-0E70-1C88-F3B8EA85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98" y="1440295"/>
            <a:ext cx="5406359" cy="3961437"/>
          </a:xfrm>
          <a:prstGeom prst="rect">
            <a:avLst/>
          </a:prstGeom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426D0CB-930C-437D-60D8-F0501BF7E56C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1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F3B65-C26D-F81F-8DB0-276B4821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E596-F1F8-9E61-7EF7-BCF356402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709443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2: Participants 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43A83B6-4583-BAA3-66CC-D010EE01C96C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7C0F9A1-698D-BC6B-1AD9-3A3B29A752AD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4EE9B5-20A5-AD28-5CB0-BDA4CB04EC14}"/>
              </a:ext>
            </a:extLst>
          </p:cNvPr>
          <p:cNvSpPr txBox="1"/>
          <p:nvPr/>
        </p:nvSpPr>
        <p:spPr>
          <a:xfrm>
            <a:off x="1903006" y="1443561"/>
            <a:ext cx="957668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Anonymous survey questions</a:t>
            </a:r>
          </a:p>
          <a:p>
            <a:r>
              <a:rPr lang="en-GB" sz="2400" dirty="0">
                <a:solidFill>
                  <a:schemeClr val="bg1"/>
                </a:solidFill>
              </a:rPr>
              <a:t>Participants were able to answer freely their opinions</a:t>
            </a:r>
          </a:p>
          <a:p>
            <a:r>
              <a:rPr lang="en-GB" sz="3600" b="1" dirty="0">
                <a:solidFill>
                  <a:schemeClr val="bg1"/>
                </a:solidFill>
              </a:rPr>
              <a:t>Diversity of demographics</a:t>
            </a:r>
          </a:p>
          <a:p>
            <a:r>
              <a:rPr lang="en-GB" sz="2400" dirty="0">
                <a:solidFill>
                  <a:schemeClr val="bg1"/>
                </a:solidFill>
              </a:rPr>
              <a:t>9 Participants within 18-22, 23-29 and 60+ age brackets</a:t>
            </a:r>
          </a:p>
          <a:p>
            <a:r>
              <a:rPr lang="en-GB" sz="3600" b="1" dirty="0">
                <a:solidFill>
                  <a:schemeClr val="bg1"/>
                </a:solidFill>
              </a:rPr>
              <a:t>With relevant interests</a:t>
            </a:r>
          </a:p>
          <a:p>
            <a:r>
              <a:rPr lang="en-GB" sz="2400" dirty="0">
                <a:solidFill>
                  <a:schemeClr val="bg1"/>
                </a:solidFill>
              </a:rPr>
              <a:t>Majority of participants had a key interest in Plymouth, football or Plymouth argyle</a:t>
            </a:r>
          </a:p>
          <a:p>
            <a:r>
              <a:rPr lang="en-GB" sz="3600" b="1" dirty="0">
                <a:solidFill>
                  <a:schemeClr val="bg1"/>
                </a:solidFill>
              </a:rPr>
              <a:t>Potential Bias</a:t>
            </a:r>
          </a:p>
          <a:p>
            <a:r>
              <a:rPr lang="en-GB" sz="2400" dirty="0">
                <a:solidFill>
                  <a:schemeClr val="bg1"/>
                </a:solidFill>
              </a:rPr>
              <a:t>Participants were known associates of the evaluator </a:t>
            </a:r>
          </a:p>
        </p:txBody>
      </p:sp>
    </p:spTree>
    <p:extLst>
      <p:ext uri="{BB962C8B-B14F-4D97-AF65-F5344CB8AC3E}">
        <p14:creationId xmlns:p14="http://schemas.microsoft.com/office/powerpoint/2010/main" val="927492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4548-6473-8B63-0CC1-4E1EE0BB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AF67-B507-2C90-4F9B-19711C6AF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709443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2: Analysis 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532E021-F660-02E7-AAC3-ED6C71A9F8D7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523FA16-8EE0-D313-7E14-FD7EAED9DC7C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FFFB7-02A3-3EE1-AE0C-9BA68724AFE8}"/>
              </a:ext>
            </a:extLst>
          </p:cNvPr>
          <p:cNvSpPr txBox="1"/>
          <p:nvPr/>
        </p:nvSpPr>
        <p:spPr>
          <a:xfrm>
            <a:off x="2943495" y="1322860"/>
            <a:ext cx="69032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 pages are overwhelming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Home Described as “outdated, dull, busy, chaotic.”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5/9 users found the home layout difficult to understand.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Too much white space was described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About section Described as “stressful, ugly, overwhelming, confusing.”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Top Players page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Described as “overwhelming, cluttered, stressful.”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Player List Expectation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8/9 expected the "All Players" button to show a list of players.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 users thought the page wasted space.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Users expected more data in the table columns.</a:t>
            </a:r>
          </a:p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Navigation and title mismatch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Many participants found navigation misleading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Player search failure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4/9 users couldn’t find Phil Gee’s information, and 3 others struggled.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Filter Page issues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7/9 participants struggled to find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8/9 found the filter page poorly described.</a:t>
            </a:r>
          </a:p>
          <a:p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017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913B1B4-E7CE-5BFC-A03B-4F7D84C6A4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54" t="5578" r="16926" b="5542"/>
          <a:stretch/>
        </p:blipFill>
        <p:spPr>
          <a:xfrm>
            <a:off x="4376667" y="432946"/>
            <a:ext cx="914400" cy="1806499"/>
          </a:xfrm>
          <a:prstGeom prst="rect">
            <a:avLst/>
          </a:prstGeom>
        </p:spPr>
      </p:pic>
      <p:pic>
        <p:nvPicPr>
          <p:cNvPr id="2050" name="Picture 2" descr="Macbook Svg Images - Free Download on Freepik">
            <a:extLst>
              <a:ext uri="{FF2B5EF4-FFF2-40B4-BE49-F238E27FC236}">
                <a16:creationId xmlns:a16="http://schemas.microsoft.com/office/drawing/2014/main" id="{79F09F0E-A74F-7321-2324-121632168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44" b="89776" l="8946" r="90895">
                        <a14:foregroundMark x1="8946" y1="73003" x2="11182" y2="74441"/>
                        <a14:foregroundMark x1="90895" y1="73482" x2="88339" y2="74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44" t="24537" r="6142" b="23689"/>
          <a:stretch/>
        </p:blipFill>
        <p:spPr bwMode="auto">
          <a:xfrm>
            <a:off x="528718" y="48143"/>
            <a:ext cx="4105255" cy="242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BF06F4-6D2E-5516-0439-5AED940DD6AD}"/>
              </a:ext>
            </a:extLst>
          </p:cNvPr>
          <p:cNvSpPr/>
          <p:nvPr/>
        </p:nvSpPr>
        <p:spPr>
          <a:xfrm>
            <a:off x="4472527" y="1631197"/>
            <a:ext cx="723900" cy="3875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45F7C-B7F9-0B82-DCBB-E4CC7A49D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648" y="76753"/>
            <a:ext cx="4795520" cy="173337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C000"/>
                </a:solidFill>
              </a:rPr>
              <a:t>Greens on Screens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AEF724-83BF-C7F3-D8B2-124FDCC7F615}"/>
              </a:ext>
            </a:extLst>
          </p:cNvPr>
          <p:cNvSpPr/>
          <p:nvPr/>
        </p:nvSpPr>
        <p:spPr>
          <a:xfrm>
            <a:off x="1042303" y="210544"/>
            <a:ext cx="3098800" cy="329883"/>
          </a:xfrm>
          <a:prstGeom prst="rect">
            <a:avLst/>
          </a:prstGeom>
          <a:solidFill>
            <a:srgbClr val="004F3E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2" name="Picture 8" descr="Plymouth Argyle F.C. - Wikipedia">
            <a:extLst>
              <a:ext uri="{FF2B5EF4-FFF2-40B4-BE49-F238E27FC236}">
                <a16:creationId xmlns:a16="http://schemas.microsoft.com/office/drawing/2014/main" id="{141F8AB7-9EE6-5D56-DA34-CE1D5002F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29" y="261343"/>
            <a:ext cx="263796" cy="25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557C4F-669A-BA35-2780-84ACD1FFB6DD}"/>
              </a:ext>
            </a:extLst>
          </p:cNvPr>
          <p:cNvSpPr txBox="1"/>
          <p:nvPr/>
        </p:nvSpPr>
        <p:spPr>
          <a:xfrm>
            <a:off x="1379125" y="270548"/>
            <a:ext cx="229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CC9900"/>
                </a:solidFill>
              </a:rPr>
              <a:t>Greens on Screen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BEAC9-DC49-3621-54C1-2EDFFA03F93F}"/>
              </a:ext>
            </a:extLst>
          </p:cNvPr>
          <p:cNvSpPr txBox="1"/>
          <p:nvPr/>
        </p:nvSpPr>
        <p:spPr>
          <a:xfrm>
            <a:off x="2528475" y="309020"/>
            <a:ext cx="22987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>
                <a:solidFill>
                  <a:srgbClr val="CC9900"/>
                </a:solidFill>
              </a:rPr>
              <a:t>Season     Match     Player     Manager</a:t>
            </a:r>
          </a:p>
        </p:txBody>
      </p:sp>
      <p:pic>
        <p:nvPicPr>
          <p:cNvPr id="1036" name="Picture 12" descr="Plymouth Argyle F.C. - Wikipedia">
            <a:extLst>
              <a:ext uri="{FF2B5EF4-FFF2-40B4-BE49-F238E27FC236}">
                <a16:creationId xmlns:a16="http://schemas.microsoft.com/office/drawing/2014/main" id="{C394B843-EB86-772E-C55B-5BFAAD4A0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825" y="83298"/>
            <a:ext cx="21621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lymouth Argyle 24-25 Home Kit Revealed - Footy Headlines">
            <a:extLst>
              <a:ext uri="{FF2B5EF4-FFF2-40B4-BE49-F238E27FC236}">
                <a16:creationId xmlns:a16="http://schemas.microsoft.com/office/drawing/2014/main" id="{C3C8B525-2B06-0D76-E7AC-F0AB68EF4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4039847"/>
            <a:ext cx="2741400" cy="27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B3CAC8-28E6-DE88-61E7-77E1ED32A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067408"/>
            <a:ext cx="6594370" cy="2790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DC93BB-D916-D74E-A5DE-D677A0201DF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65" r="547"/>
          <a:stretch/>
        </p:blipFill>
        <p:spPr>
          <a:xfrm>
            <a:off x="1017162" y="645813"/>
            <a:ext cx="3124555" cy="1565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FFE463-A7B1-7087-7802-0BF7CCD71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2407229"/>
            <a:ext cx="2742964" cy="148430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D6C384B-A9A5-27F1-EB96-99B5B4E0ED5E}"/>
              </a:ext>
            </a:extLst>
          </p:cNvPr>
          <p:cNvSpPr/>
          <p:nvPr/>
        </p:nvSpPr>
        <p:spPr>
          <a:xfrm>
            <a:off x="4480551" y="661700"/>
            <a:ext cx="723901" cy="969497"/>
          </a:xfrm>
          <a:prstGeom prst="rect">
            <a:avLst/>
          </a:prstGeom>
          <a:solidFill>
            <a:srgbClr val="004F3E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B7B91-429C-A21F-79E7-35CF0AE64A1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65" r="547"/>
          <a:stretch/>
        </p:blipFill>
        <p:spPr>
          <a:xfrm>
            <a:off x="4471917" y="1655957"/>
            <a:ext cx="723900" cy="362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6A7131-03AB-DCC4-EB99-58558F5055DD}"/>
              </a:ext>
            </a:extLst>
          </p:cNvPr>
          <p:cNvSpPr txBox="1"/>
          <p:nvPr/>
        </p:nvSpPr>
        <p:spPr>
          <a:xfrm>
            <a:off x="4475837" y="700195"/>
            <a:ext cx="723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CC9900"/>
                </a:solidFill>
              </a:rPr>
              <a:t>Greens on Screen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D4FEA-4E78-BE0B-F044-5F38E19DE294}"/>
              </a:ext>
            </a:extLst>
          </p:cNvPr>
          <p:cNvSpPr txBox="1"/>
          <p:nvPr/>
        </p:nvSpPr>
        <p:spPr>
          <a:xfrm>
            <a:off x="4579712" y="1018613"/>
            <a:ext cx="504680" cy="54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00" dirty="0">
                <a:solidFill>
                  <a:srgbClr val="CC9900"/>
                </a:solidFill>
              </a:rPr>
              <a:t>Season     Match     Player     Manager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D14F03-D7F0-208D-7926-314650D4D89D}"/>
              </a:ext>
            </a:extLst>
          </p:cNvPr>
          <p:cNvSpPr/>
          <p:nvPr/>
        </p:nvSpPr>
        <p:spPr>
          <a:xfrm>
            <a:off x="1025571" y="558124"/>
            <a:ext cx="3115532" cy="14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6" name="Picture 8" descr="Plymouth Argyle Scores, Stats and ...">
            <a:extLst>
              <a:ext uri="{FF2B5EF4-FFF2-40B4-BE49-F238E27FC236}">
                <a16:creationId xmlns:a16="http://schemas.microsoft.com/office/drawing/2014/main" id="{8E5895DD-22DA-FD31-5CAC-8EAB915AC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0" y="2447522"/>
            <a:ext cx="2741400" cy="154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404005-9825-137D-A315-2E6E8904644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11164" t="24689" r="11241" b="24728"/>
          <a:stretch/>
        </p:blipFill>
        <p:spPr>
          <a:xfrm>
            <a:off x="6765939" y="2420057"/>
            <a:ext cx="2435087" cy="1190520"/>
          </a:xfrm>
          <a:prstGeom prst="rect">
            <a:avLst/>
          </a:prstGeom>
        </p:spPr>
      </p:pic>
      <p:pic>
        <p:nvPicPr>
          <p:cNvPr id="2060" name="Picture 12" descr="Dropdown Menus for Mobile | Astuteo">
            <a:extLst>
              <a:ext uri="{FF2B5EF4-FFF2-40B4-BE49-F238E27FC236}">
                <a16:creationId xmlns:a16="http://schemas.microsoft.com/office/drawing/2014/main" id="{82623A9E-62B6-D018-8449-41FCA5DD5A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5" t="6063" r="10630"/>
          <a:stretch/>
        </p:blipFill>
        <p:spPr bwMode="auto">
          <a:xfrm>
            <a:off x="6765940" y="3743802"/>
            <a:ext cx="2435087" cy="143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nfield draw was my greatest experience as a Plymouth fan – but pure pain | Plymouth  Argyle | The Guardian">
            <a:extLst>
              <a:ext uri="{FF2B5EF4-FFF2-40B4-BE49-F238E27FC236}">
                <a16:creationId xmlns:a16="http://schemas.microsoft.com/office/drawing/2014/main" id="{D6351F3D-8432-5312-C169-2AB59376B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941" y="5292518"/>
            <a:ext cx="2435087" cy="146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A282A19-F0E2-D17E-4032-351A9FAF1DC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2340"/>
          <a:stretch/>
        </p:blipFill>
        <p:spPr>
          <a:xfrm>
            <a:off x="4314148" y="2420057"/>
            <a:ext cx="2280222" cy="1552768"/>
          </a:xfrm>
          <a:prstGeom prst="rect">
            <a:avLst/>
          </a:prstGeom>
        </p:spPr>
      </p:pic>
      <p:pic>
        <p:nvPicPr>
          <p:cNvPr id="2066" name="Picture 18" descr="Josh Widdicombe, Dawn French: The 4 most famous Plymouth Argyle supporters">
            <a:extLst>
              <a:ext uri="{FF2B5EF4-FFF2-40B4-BE49-F238E27FC236}">
                <a16:creationId xmlns:a16="http://schemas.microsoft.com/office/drawing/2014/main" id="{4B77B3E2-C163-1789-CEAE-114738CB3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" t="-24" r="50284" b="24"/>
          <a:stretch/>
        </p:blipFill>
        <p:spPr bwMode="auto">
          <a:xfrm>
            <a:off x="2907618" y="2447522"/>
            <a:ext cx="1330772" cy="152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720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4ADB-D634-CBAC-9396-D3C404A9A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5604" y="1690687"/>
            <a:ext cx="5976395" cy="448627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Jake Ableton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Age: 24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Occupation: Carpenter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Hobbies: Watching Plymouth argyle, playing FIFA, drinking beer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Purpose: Wants Plymouth stats and fan photos</a:t>
            </a:r>
          </a:p>
        </p:txBody>
      </p:sp>
      <p:pic>
        <p:nvPicPr>
          <p:cNvPr id="1026" name="Picture 2" descr="Carnage as we SURVIVE Relegation from the Championship!">
            <a:extLst>
              <a:ext uri="{FF2B5EF4-FFF2-40B4-BE49-F238E27FC236}">
                <a16:creationId xmlns:a16="http://schemas.microsoft.com/office/drawing/2014/main" id="{CAE3F899-F6C2-EBD0-4C76-883ABD7F49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1"/>
          <a:stretch/>
        </p:blipFill>
        <p:spPr bwMode="auto">
          <a:xfrm>
            <a:off x="-1" y="1690687"/>
            <a:ext cx="5785947" cy="499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90B7877-5816-D1BB-0652-770715B96623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4CAD2D8-E45C-E90E-CE81-0BA4AC4ADECB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AD3325-B29A-4D31-B2C4-175F49DBF4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2: Personas</a:t>
            </a:r>
          </a:p>
        </p:txBody>
      </p:sp>
    </p:spTree>
    <p:extLst>
      <p:ext uri="{BB962C8B-B14F-4D97-AF65-F5344CB8AC3E}">
        <p14:creationId xmlns:p14="http://schemas.microsoft.com/office/powerpoint/2010/main" val="878347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1F46-22B3-D962-2A9F-515B528E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ree Senior man with glasses reads in a classic library setting, surrounded by books. Stock Photo">
            <a:extLst>
              <a:ext uri="{FF2B5EF4-FFF2-40B4-BE49-F238E27FC236}">
                <a16:creationId xmlns:a16="http://schemas.microsoft.com/office/drawing/2014/main" id="{084C8D1D-3BB4-EB36-A774-BB337157D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4" b="30351"/>
          <a:stretch/>
        </p:blipFill>
        <p:spPr bwMode="auto">
          <a:xfrm>
            <a:off x="0" y="1364224"/>
            <a:ext cx="5787342" cy="549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66A9-3F92-F4D3-A403-62E85BAD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364224"/>
            <a:ext cx="6096001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Donald Hargreaves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Age: 56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Occupation: Philosophy Lecturer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Hobbies: History, Journalism and Politics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Purpose: Wants to uncover Plymouth Argyle affect on the local area’s development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FA73F65-F8CD-B105-237C-1327F5BDAAB8}"/>
              </a:ext>
            </a:extLst>
          </p:cNvPr>
          <p:cNvSpPr/>
          <p:nvPr/>
        </p:nvSpPr>
        <p:spPr>
          <a:xfrm>
            <a:off x="0" y="5636870"/>
            <a:ext cx="7135792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D0D630E-33A5-D226-9831-0442265B42F2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634F64-CA6E-AA05-1552-22F1B170603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2: Personas</a:t>
            </a:r>
          </a:p>
        </p:txBody>
      </p:sp>
    </p:spTree>
    <p:extLst>
      <p:ext uri="{BB962C8B-B14F-4D97-AF65-F5344CB8AC3E}">
        <p14:creationId xmlns:p14="http://schemas.microsoft.com/office/powerpoint/2010/main" val="31442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1239-DA96-BE16-8676-E2C70202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177568-E089-CA94-DC69-087A41BC8D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929"/>
          <a:stretch/>
        </p:blipFill>
        <p:spPr>
          <a:xfrm>
            <a:off x="0" y="1378973"/>
            <a:ext cx="11196084" cy="551289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764595-4640-10C2-E2AA-4834B828B3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Navigation issue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913F06E-1717-2937-72EA-EE9CDCA7E0AB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2976379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B0B6-71D7-35B7-0298-320F4326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titled video - Made with Clipchamp (1)">
            <a:hlinkClick r:id="" action="ppaction://media"/>
            <a:extLst>
              <a:ext uri="{FF2B5EF4-FFF2-40B4-BE49-F238E27FC236}">
                <a16:creationId xmlns:a16="http://schemas.microsoft.com/office/drawing/2014/main" id="{3CCCA0CE-1498-FC6A-13BB-23D1F794C8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b="19138"/>
          <a:stretch/>
        </p:blipFill>
        <p:spPr>
          <a:xfrm>
            <a:off x="-8467" y="1374986"/>
            <a:ext cx="9169398" cy="417068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CB67780-2C77-55FE-B04C-7EB684B018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Navigation issue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B5AB8E2-58F3-D17D-A1A3-02B7B9FD555B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98876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999D-50DD-8132-B28B-28221FF0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5248449-8D25-811A-C115-B16EF4A744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Latest updates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CF499A3-D536-B2A9-DA4F-A824E118CC66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DBEAE7-48BC-4B62-13EA-7A51AFFED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75" y="1481667"/>
            <a:ext cx="2571449" cy="5060608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195A40E-9AAD-9496-58A0-321B7C9E2048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678895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BF9-CDC0-F350-BBF0-7734647E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82AE31A-CB0D-514B-CF6C-2DC146C0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83" y="1162299"/>
            <a:ext cx="6199517" cy="501789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322F482-E35A-B5B2-6442-8FD60AF1EBE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Latest updates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D38D601-DE06-27C0-7A1B-60A9935984A7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12BAF-99CB-BBB9-2FF7-DC83563C3028}"/>
              </a:ext>
            </a:extLst>
          </p:cNvPr>
          <p:cNvSpPr txBox="1"/>
          <p:nvPr/>
        </p:nvSpPr>
        <p:spPr>
          <a:xfrm>
            <a:off x="9833316" y="2139640"/>
            <a:ext cx="2274277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Website purpose made clear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D490BF0A-9D03-7295-A5FA-E3F9F4701E7F}"/>
              </a:ext>
            </a:extLst>
          </p:cNvPr>
          <p:cNvSpPr/>
          <p:nvPr/>
        </p:nvSpPr>
        <p:spPr>
          <a:xfrm rot="14324951">
            <a:off x="8910331" y="2049266"/>
            <a:ext cx="451910" cy="1356428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7A327-B8CF-7A25-F2F0-D3668554887D}"/>
              </a:ext>
            </a:extLst>
          </p:cNvPr>
          <p:cNvSpPr txBox="1"/>
          <p:nvPr/>
        </p:nvSpPr>
        <p:spPr>
          <a:xfrm>
            <a:off x="284770" y="2093474"/>
            <a:ext cx="2274277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Simplified logo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29911C9A-1A14-0A08-A790-46D82E1856CE}"/>
              </a:ext>
            </a:extLst>
          </p:cNvPr>
          <p:cNvSpPr/>
          <p:nvPr/>
        </p:nvSpPr>
        <p:spPr>
          <a:xfrm rot="3755595">
            <a:off x="3282470" y="1120457"/>
            <a:ext cx="225483" cy="1591576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459AD7-2117-0FC1-1474-4DDC54895F6D}"/>
              </a:ext>
            </a:extLst>
          </p:cNvPr>
          <p:cNvSpPr txBox="1"/>
          <p:nvPr/>
        </p:nvSpPr>
        <p:spPr>
          <a:xfrm>
            <a:off x="9461301" y="3585502"/>
            <a:ext cx="2274277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Latest updates displayed as primary feed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5BF92D94-771A-73F2-D234-EA10566C32FB}"/>
              </a:ext>
            </a:extLst>
          </p:cNvPr>
          <p:cNvSpPr/>
          <p:nvPr/>
        </p:nvSpPr>
        <p:spPr>
          <a:xfrm rot="15701068">
            <a:off x="7835339" y="3111168"/>
            <a:ext cx="483123" cy="2356603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D840C7E2-A2C5-5E08-38C8-4AAD491DF4F9}"/>
              </a:ext>
            </a:extLst>
          </p:cNvPr>
          <p:cNvSpPr/>
          <p:nvPr/>
        </p:nvSpPr>
        <p:spPr>
          <a:xfrm rot="6633993">
            <a:off x="2903403" y="3336412"/>
            <a:ext cx="483123" cy="1857545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7EA14-BB79-4F6B-4E63-779B4B6C00F6}"/>
              </a:ext>
            </a:extLst>
          </p:cNvPr>
          <p:cNvSpPr txBox="1"/>
          <p:nvPr/>
        </p:nvSpPr>
        <p:spPr>
          <a:xfrm>
            <a:off x="284771" y="3585502"/>
            <a:ext cx="1968162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Photos break up updates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65BC72-C34F-A05B-77E3-70B7FC6EE4B9}"/>
              </a:ext>
            </a:extLst>
          </p:cNvPr>
          <p:cNvSpPr txBox="1"/>
          <p:nvPr/>
        </p:nvSpPr>
        <p:spPr>
          <a:xfrm>
            <a:off x="9833317" y="1236336"/>
            <a:ext cx="2274277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Contact us, simplified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4657F630-8049-F747-EA7D-4DA573171778}"/>
              </a:ext>
            </a:extLst>
          </p:cNvPr>
          <p:cNvSpPr/>
          <p:nvPr/>
        </p:nvSpPr>
        <p:spPr>
          <a:xfrm rot="16934467">
            <a:off x="9071217" y="975230"/>
            <a:ext cx="303462" cy="1024080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1530011B-77D2-08BE-E770-7741361D2BA4}"/>
              </a:ext>
            </a:extLst>
          </p:cNvPr>
          <p:cNvSpPr/>
          <p:nvPr/>
        </p:nvSpPr>
        <p:spPr>
          <a:xfrm rot="6633993">
            <a:off x="2439081" y="4815813"/>
            <a:ext cx="483123" cy="1282685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E7A7D-9DC5-FE84-76E7-A1398C1A683A}"/>
              </a:ext>
            </a:extLst>
          </p:cNvPr>
          <p:cNvSpPr txBox="1"/>
          <p:nvPr/>
        </p:nvSpPr>
        <p:spPr>
          <a:xfrm>
            <a:off x="269877" y="4863014"/>
            <a:ext cx="1665110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Top 3 Updates displayed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709EFC6-96CA-D0EC-99DE-2EC514CD7D16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155327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3DD6-B319-ACF1-5CF8-A65655BB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60FE04-83D5-D2C4-C4EB-487762FE2E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On this day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099DF1E-A267-8CAD-6141-EFFCA683395C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F1C9D08-BBD9-E50B-23B1-513CECD70C36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Before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6BBA8-F3A8-C816-08B5-AB07C9F4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432" y="1278468"/>
            <a:ext cx="2351271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84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47E10-FAE0-E9DC-4838-2261F228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4D266-BA01-4D41-F5F2-5ADBE7454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50" y="1516653"/>
            <a:ext cx="6692329" cy="488791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3287FB8-2AF9-20AD-F956-95410005A4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On this day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2BD432C-DC2D-056C-9EA5-0336E9048D91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0BD7A-FC77-2F7A-629B-39F27F28AAB4}"/>
              </a:ext>
            </a:extLst>
          </p:cNvPr>
          <p:cNvSpPr txBox="1"/>
          <p:nvPr/>
        </p:nvSpPr>
        <p:spPr>
          <a:xfrm>
            <a:off x="9892103" y="1248658"/>
            <a:ext cx="2274277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Container describes change in content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869C7802-313F-CBD8-D7AD-C7473842D083}"/>
              </a:ext>
            </a:extLst>
          </p:cNvPr>
          <p:cNvSpPr/>
          <p:nvPr/>
        </p:nvSpPr>
        <p:spPr>
          <a:xfrm rot="14988397">
            <a:off x="8860850" y="1098383"/>
            <a:ext cx="451910" cy="1549868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5C1AD-6E0A-AE97-F52B-79523BB7D3D5}"/>
              </a:ext>
            </a:extLst>
          </p:cNvPr>
          <p:cNvSpPr txBox="1"/>
          <p:nvPr/>
        </p:nvSpPr>
        <p:spPr>
          <a:xfrm>
            <a:off x="74427" y="2162706"/>
            <a:ext cx="1999329" cy="120032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On this day sections separated by columns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13D57D3-CAA7-8ED0-EAD2-1B9B932B53AB}"/>
              </a:ext>
            </a:extLst>
          </p:cNvPr>
          <p:cNvSpPr/>
          <p:nvPr/>
        </p:nvSpPr>
        <p:spPr>
          <a:xfrm rot="6320402">
            <a:off x="2386990" y="2223308"/>
            <a:ext cx="407068" cy="960048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82C5185A-7FDB-9406-0323-AA0518A1A50F}"/>
              </a:ext>
            </a:extLst>
          </p:cNvPr>
          <p:cNvSpPr/>
          <p:nvPr/>
        </p:nvSpPr>
        <p:spPr>
          <a:xfrm rot="15654677">
            <a:off x="9227542" y="2967022"/>
            <a:ext cx="407068" cy="760044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39344C-E167-E8A7-2382-77349D464546}"/>
              </a:ext>
            </a:extLst>
          </p:cNvPr>
          <p:cNvSpPr txBox="1"/>
          <p:nvPr/>
        </p:nvSpPr>
        <p:spPr>
          <a:xfrm>
            <a:off x="9892103" y="2892967"/>
            <a:ext cx="2274277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Player stats used rather than partial biography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49F66-7559-001A-AC57-467B273C15F2}"/>
              </a:ext>
            </a:extLst>
          </p:cNvPr>
          <p:cNvSpPr txBox="1"/>
          <p:nvPr/>
        </p:nvSpPr>
        <p:spPr>
          <a:xfrm>
            <a:off x="79245" y="3599907"/>
            <a:ext cx="1994512" cy="147732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Cards used to separate feed items and make content more clickable</a:t>
            </a: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3E011551-5D76-38C2-D6D1-23204C040D62}"/>
              </a:ext>
            </a:extLst>
          </p:cNvPr>
          <p:cNvSpPr/>
          <p:nvPr/>
        </p:nvSpPr>
        <p:spPr>
          <a:xfrm rot="5400000">
            <a:off x="2032709" y="3831349"/>
            <a:ext cx="407068" cy="708561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3C36838-18F3-CBDE-9749-857F35E3EF46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121551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6A6D-4108-58DB-8F74-0F016DA2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4018D37-3F05-C990-3E7C-2ACC230E8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13" y="1232505"/>
            <a:ext cx="7725883" cy="54792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65DFA6D-25CD-DAA5-9B71-74D33928C8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About Section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A47E948-E944-CF5A-72EA-073E45224B47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D01FDFF-C804-8815-5AA2-AB21BF501EE3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907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FC62-664D-4C05-5826-996B1354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0EA3D5D-3609-0048-0873-0DC6EE0E42E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About Section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E86C545-BB25-F0E7-A986-C4325271F6A9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A3EF8EF-14D7-744D-7231-3604CF05E9CA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5F531-B194-8192-3E2D-158480BE2656}"/>
              </a:ext>
            </a:extLst>
          </p:cNvPr>
          <p:cNvSpPr txBox="1"/>
          <p:nvPr/>
        </p:nvSpPr>
        <p:spPr>
          <a:xfrm>
            <a:off x="9560816" y="1302374"/>
            <a:ext cx="2274277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About us featured on homepage main content 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955065D4-5638-4AB9-D6EC-5B74ABAAEE58}"/>
              </a:ext>
            </a:extLst>
          </p:cNvPr>
          <p:cNvSpPr/>
          <p:nvPr/>
        </p:nvSpPr>
        <p:spPr>
          <a:xfrm rot="15821497">
            <a:off x="8432740" y="1193786"/>
            <a:ext cx="451910" cy="1356428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7CFDB-D3B7-4BE5-8E80-7341988C5718}"/>
              </a:ext>
            </a:extLst>
          </p:cNvPr>
          <p:cNvSpPr txBox="1"/>
          <p:nvPr/>
        </p:nvSpPr>
        <p:spPr>
          <a:xfrm>
            <a:off x="451335" y="2443652"/>
            <a:ext cx="1999329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Allows quick navigation to top of page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F0FE0516-B7F7-BACD-8CC8-9EE0C3DC39BA}"/>
              </a:ext>
            </a:extLst>
          </p:cNvPr>
          <p:cNvSpPr/>
          <p:nvPr/>
        </p:nvSpPr>
        <p:spPr>
          <a:xfrm rot="7455090">
            <a:off x="2830776" y="2777542"/>
            <a:ext cx="407068" cy="1136637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1B392-8633-8123-BE3F-C10A414E02EE}"/>
              </a:ext>
            </a:extLst>
          </p:cNvPr>
          <p:cNvSpPr txBox="1"/>
          <p:nvPr/>
        </p:nvSpPr>
        <p:spPr>
          <a:xfrm>
            <a:off x="355600" y="3972109"/>
            <a:ext cx="2540410" cy="147732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Fixed footers keep essential navigation more available, reducing the need for extra taps or scrolling.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929E846E-4576-C5FE-F72D-563D1AE43922}"/>
              </a:ext>
            </a:extLst>
          </p:cNvPr>
          <p:cNvSpPr/>
          <p:nvPr/>
        </p:nvSpPr>
        <p:spPr>
          <a:xfrm rot="5400000">
            <a:off x="2903757" y="3921774"/>
            <a:ext cx="407068" cy="708561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8E2F37-46F3-D5CD-03A2-E987460E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066" y="1302374"/>
            <a:ext cx="4277199" cy="45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64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568B-6F6C-97EF-FEF9-3CC1550C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3AB199B-A1EC-8432-B0A7-326A03D47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52" y="1376724"/>
            <a:ext cx="11117225" cy="54812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D895A7-AE69-9299-B0C5-0BBF42D522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Player's search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BE47B6A-F8F6-24B6-94DE-5A26FCF42D84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1118647-C015-3707-3C85-1C2A47B4444C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98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4BD4-448C-E400-C9D3-E7F722D0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9993E9-048B-208C-25B9-BE4023B85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10" y="1375853"/>
            <a:ext cx="5983749" cy="42610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CBFAC7-06B7-7B2D-FAEB-CDBB650C6E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Player's search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7BD5A92-26EE-E3A0-9B50-54F0BC3B9663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115C579-4DD6-4CDC-65D3-06C2E145D4B7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390CD-14A5-17B2-1281-6361A3D26064}"/>
              </a:ext>
            </a:extLst>
          </p:cNvPr>
          <p:cNvSpPr txBox="1"/>
          <p:nvPr/>
        </p:nvSpPr>
        <p:spPr>
          <a:xfrm>
            <a:off x="254000" y="2608523"/>
            <a:ext cx="2086982" cy="120032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Users know to search by surname with label, icon and placeholder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B2A24-9039-34B8-4E2B-89839CDDDCF9}"/>
              </a:ext>
            </a:extLst>
          </p:cNvPr>
          <p:cNvSpPr txBox="1"/>
          <p:nvPr/>
        </p:nvSpPr>
        <p:spPr>
          <a:xfrm>
            <a:off x="254000" y="1469500"/>
            <a:ext cx="2086981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Breadcrumbs make easy navigation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629DD-5FB8-B5CE-B172-87715EC28BE2}"/>
              </a:ext>
            </a:extLst>
          </p:cNvPr>
          <p:cNvSpPr txBox="1"/>
          <p:nvPr/>
        </p:nvSpPr>
        <p:spPr>
          <a:xfrm>
            <a:off x="254000" y="4001131"/>
            <a:ext cx="2086981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Filtering options are on same page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63C21084-4524-B7C8-693B-73B3A720E139}"/>
              </a:ext>
            </a:extLst>
          </p:cNvPr>
          <p:cNvSpPr/>
          <p:nvPr/>
        </p:nvSpPr>
        <p:spPr>
          <a:xfrm rot="3037394">
            <a:off x="2247073" y="3694700"/>
            <a:ext cx="407068" cy="708561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F032453E-3E97-71D1-F1D5-CEF315E2AF07}"/>
              </a:ext>
            </a:extLst>
          </p:cNvPr>
          <p:cNvSpPr/>
          <p:nvPr/>
        </p:nvSpPr>
        <p:spPr>
          <a:xfrm rot="5400000">
            <a:off x="2137448" y="1493322"/>
            <a:ext cx="407068" cy="708561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266E62C1-A0B3-E58D-F00E-7C810A9885BC}"/>
              </a:ext>
            </a:extLst>
          </p:cNvPr>
          <p:cNvSpPr/>
          <p:nvPr/>
        </p:nvSpPr>
        <p:spPr>
          <a:xfrm rot="5400000">
            <a:off x="3105233" y="1528073"/>
            <a:ext cx="407068" cy="2367268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33066-0FEF-058C-3196-821A1998B0E0}"/>
              </a:ext>
            </a:extLst>
          </p:cNvPr>
          <p:cNvSpPr txBox="1"/>
          <p:nvPr/>
        </p:nvSpPr>
        <p:spPr>
          <a:xfrm>
            <a:off x="9140320" y="2392830"/>
            <a:ext cx="2086982" cy="92333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Curved boxes are more visually appealing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D770751B-F07D-9673-A110-A553CE9229CE}"/>
              </a:ext>
            </a:extLst>
          </p:cNvPr>
          <p:cNvSpPr/>
          <p:nvPr/>
        </p:nvSpPr>
        <p:spPr>
          <a:xfrm rot="5400000" flipV="1">
            <a:off x="7902154" y="1887460"/>
            <a:ext cx="407068" cy="2086199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6480046F-6929-BDEC-CDA2-3AF3879CAB9F}"/>
              </a:ext>
            </a:extLst>
          </p:cNvPr>
          <p:cNvSpPr/>
          <p:nvPr/>
        </p:nvSpPr>
        <p:spPr>
          <a:xfrm rot="4495888" flipV="1">
            <a:off x="8756163" y="2985427"/>
            <a:ext cx="247285" cy="514372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019157-CA85-A09E-0A3B-45281FEE6B67}"/>
              </a:ext>
            </a:extLst>
          </p:cNvPr>
          <p:cNvSpPr txBox="1"/>
          <p:nvPr/>
        </p:nvSpPr>
        <p:spPr>
          <a:xfrm>
            <a:off x="9140321" y="3614940"/>
            <a:ext cx="2179612" cy="120032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Can describe scrollable table by lack of curved edge and scroll bar</a:t>
            </a:r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EA847778-9BE1-43EB-6FCA-98C852552E8E}"/>
              </a:ext>
            </a:extLst>
          </p:cNvPr>
          <p:cNvSpPr/>
          <p:nvPr/>
        </p:nvSpPr>
        <p:spPr>
          <a:xfrm rot="5400000" flipV="1">
            <a:off x="8834120" y="4010504"/>
            <a:ext cx="226085" cy="352113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F93D8121-31D8-C6CD-EFF8-BBA62FAB58D3}"/>
              </a:ext>
            </a:extLst>
          </p:cNvPr>
          <p:cNvSpPr/>
          <p:nvPr/>
        </p:nvSpPr>
        <p:spPr>
          <a:xfrm rot="3716260" flipV="1">
            <a:off x="8763924" y="4604200"/>
            <a:ext cx="202212" cy="500340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390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FD3C-BF81-605C-0B05-DCDA2A8B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DDA0BE-F070-A22B-6E76-9E391557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66"/>
          <a:stretch/>
        </p:blipFill>
        <p:spPr>
          <a:xfrm>
            <a:off x="743344" y="1282858"/>
            <a:ext cx="10417443" cy="55751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DCD630C-B309-44A4-79F9-DEF71BFBE6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Top Players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30AA7DD-7A1D-2688-DEE4-0A2E4FB5CEAB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0E590D3-2CF2-0A68-322F-39AC752DD062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626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384C-D4E6-AAC7-75DF-2E74850D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3E1560B-A4D3-A5FA-C14B-6A09E04C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78" y="1292194"/>
            <a:ext cx="7525138" cy="52964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56EDC4-B3DF-044E-5E1B-0E0076F5AE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Top Players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E0C2DEA-B7F6-3B12-B5B9-61E34F758BFA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D0DF4EE-50D8-DC0F-CA4B-10B900940266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7ABD5-6A37-458E-8EDE-586ABA7FB8F2}"/>
              </a:ext>
            </a:extLst>
          </p:cNvPr>
          <p:cNvSpPr txBox="1"/>
          <p:nvPr/>
        </p:nvSpPr>
        <p:spPr>
          <a:xfrm>
            <a:off x="254000" y="2642391"/>
            <a:ext cx="1463830" cy="120032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Year filter by typing, slider or spinner controls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4A3DD-B548-CE48-9852-C200C4151F0C}"/>
              </a:ext>
            </a:extLst>
          </p:cNvPr>
          <p:cNvSpPr txBox="1"/>
          <p:nvPr/>
        </p:nvSpPr>
        <p:spPr>
          <a:xfrm>
            <a:off x="9322064" y="2919389"/>
            <a:ext cx="2340982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Can see Top players for a given statistic</a:t>
            </a: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E46DDD5C-4425-CCCF-6DBD-8689A4A5B010}"/>
              </a:ext>
            </a:extLst>
          </p:cNvPr>
          <p:cNvSpPr/>
          <p:nvPr/>
        </p:nvSpPr>
        <p:spPr>
          <a:xfrm rot="7856675">
            <a:off x="1326938" y="3673877"/>
            <a:ext cx="407068" cy="499565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65D13862-A9A3-B886-1BF8-FE3A9D0A5BB0}"/>
              </a:ext>
            </a:extLst>
          </p:cNvPr>
          <p:cNvSpPr/>
          <p:nvPr/>
        </p:nvSpPr>
        <p:spPr>
          <a:xfrm rot="5400000" flipV="1">
            <a:off x="8110404" y="2388973"/>
            <a:ext cx="407068" cy="1906627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D94F5-A740-58AE-193F-7E0140A8C8EB}"/>
              </a:ext>
            </a:extLst>
          </p:cNvPr>
          <p:cNvSpPr txBox="1"/>
          <p:nvPr/>
        </p:nvSpPr>
        <p:spPr>
          <a:xfrm>
            <a:off x="9322064" y="4032827"/>
            <a:ext cx="2340982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Sticky table header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B3D5196-791D-2E16-1384-AE53A0054E2F}"/>
              </a:ext>
            </a:extLst>
          </p:cNvPr>
          <p:cNvSpPr/>
          <p:nvPr/>
        </p:nvSpPr>
        <p:spPr>
          <a:xfrm rot="6694700" flipV="1">
            <a:off x="9178389" y="3537231"/>
            <a:ext cx="321219" cy="589377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147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BF73-35BC-4777-58B4-6183A1C8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470E3CF-9DF3-B6DC-4E90-EA6C6DC4B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78" y="1414866"/>
            <a:ext cx="7375602" cy="523592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3F619A7-836B-0CA8-2414-CD25146577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709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rgbClr val="FFC000"/>
                </a:solidFill>
              </a:rPr>
              <a:t>Greens on Screens </a:t>
            </a:r>
            <a:r>
              <a:rPr lang="en-GB" sz="3200" dirty="0">
                <a:solidFill>
                  <a:srgbClr val="FFC000"/>
                </a:solidFill>
              </a:rPr>
              <a:t>Section 3: Columns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69435D6-E061-29AC-4FE8-F4FC5B6C6BAC}"/>
              </a:ext>
            </a:extLst>
          </p:cNvPr>
          <p:cNvSpPr/>
          <p:nvPr/>
        </p:nvSpPr>
        <p:spPr>
          <a:xfrm>
            <a:off x="5056208" y="4537276"/>
            <a:ext cx="7135792" cy="2320724"/>
          </a:xfrm>
          <a:prstGeom prst="triangle">
            <a:avLst>
              <a:gd name="adj" fmla="val 100000"/>
            </a:avLst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6ECA48B-71B8-A435-5C61-E04DFB7B04E2}"/>
              </a:ext>
            </a:extLst>
          </p:cNvPr>
          <p:cNvSpPr/>
          <p:nvPr/>
        </p:nvSpPr>
        <p:spPr>
          <a:xfrm>
            <a:off x="-3" y="5636870"/>
            <a:ext cx="7135795" cy="1221129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E4CCC-C7A2-E23A-824D-3C690DE546FB}"/>
              </a:ext>
            </a:extLst>
          </p:cNvPr>
          <p:cNvSpPr txBox="1"/>
          <p:nvPr/>
        </p:nvSpPr>
        <p:spPr>
          <a:xfrm>
            <a:off x="9322064" y="2919389"/>
            <a:ext cx="2340982" cy="120032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Can select and deselect columns for easier reading of table content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6E043A44-9F92-D34A-4A1E-56095EF20B5E}"/>
              </a:ext>
            </a:extLst>
          </p:cNvPr>
          <p:cNvSpPr/>
          <p:nvPr/>
        </p:nvSpPr>
        <p:spPr>
          <a:xfrm rot="5400000" flipV="1">
            <a:off x="8489861" y="3031231"/>
            <a:ext cx="407068" cy="876782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B7A9DEAD-2820-8B32-29FD-253D5C59A373}"/>
              </a:ext>
            </a:extLst>
          </p:cNvPr>
          <p:cNvSpPr/>
          <p:nvPr/>
        </p:nvSpPr>
        <p:spPr>
          <a:xfrm rot="2547916" flipV="1">
            <a:off x="8188344" y="3112181"/>
            <a:ext cx="407068" cy="2472241"/>
          </a:xfrm>
          <a:prstGeom prst="upArrow">
            <a:avLst/>
          </a:prstGeom>
          <a:solidFill>
            <a:srgbClr val="004F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89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12654</TotalTime>
  <Words>1005</Words>
  <Application>Microsoft Office PowerPoint</Application>
  <PresentationFormat>Widescreen</PresentationFormat>
  <Paragraphs>176</Paragraphs>
  <Slides>36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Greens on Screens Redesign</vt:lpstr>
      <vt:lpstr>Greens on Screens Section 1: Summary</vt:lpstr>
      <vt:lpstr>PowerPoint Presentation</vt:lpstr>
      <vt:lpstr>Greens on Screens Section 1: First Impressions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Greens on Screens Section 2: Participants </vt:lpstr>
      <vt:lpstr>Greens on Screens Section 2: Analysis </vt:lpstr>
      <vt:lpstr>Greens on Screens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Benjamin Hanley</dc:creator>
  <cp:lastModifiedBy>(s) Benjamin Hanley</cp:lastModifiedBy>
  <cp:revision>2</cp:revision>
  <dcterms:created xsi:type="dcterms:W3CDTF">2025-02-18T10:14:25Z</dcterms:created>
  <dcterms:modified xsi:type="dcterms:W3CDTF">2025-09-02T13:19:42Z</dcterms:modified>
</cp:coreProperties>
</file>