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7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" dt="2026-10-21T19:13:52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Hanley" userId="2069f326af733bb3" providerId="Windows Live" clId="Web-{00000000-0000-0000-0000-000000000000}"/>
    <pc:docChg chg="modSld">
      <pc:chgData name="Ben Hanley" userId="2069f326af733bb3" providerId="Windows Live" clId="Web-{00000000-0000-0000-0000-000000000000}" dt="2026-10-21T19:13:52.463" v="3"/>
      <pc:docMkLst>
        <pc:docMk/>
      </pc:docMkLst>
      <pc:sldChg chg="addSp delSp">
        <pc:chgData name="Ben Hanley" userId="2069f326af733bb3" providerId="Windows Live" clId="Web-{00000000-0000-0000-0000-000000000000}" dt="2026-10-21T19:13:52.463" v="3"/>
        <pc:sldMkLst>
          <pc:docMk/>
          <pc:sldMk cId="1062461683" sldId="257"/>
        </pc:sldMkLst>
        <pc:spChg chg="add del">
          <ac:chgData name="Ben Hanley" userId="2069f326af733bb3" providerId="Windows Live" clId="Web-{00000000-0000-0000-0000-000000000000}" dt="2026-10-21T19:13:51.776" v="1"/>
          <ac:spMkLst>
            <pc:docMk/>
            <pc:sldMk cId="1062461683" sldId="257"/>
            <ac:spMk id="3" creationId="{D50E926D-155E-8D30-7DBB-9739E4643540}"/>
          </ac:spMkLst>
        </pc:spChg>
        <pc:spChg chg="add del">
          <ac:chgData name="Ben Hanley" userId="2069f326af733bb3" providerId="Windows Live" clId="Web-{00000000-0000-0000-0000-000000000000}" dt="2026-10-21T19:13:52.463" v="3"/>
          <ac:spMkLst>
            <pc:docMk/>
            <pc:sldMk cId="1062461683" sldId="257"/>
            <ac:spMk id="6" creationId="{7212D7D5-C5E5-0B7E-D321-E8F1650912F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F06A5-528C-4ED7-BBEF-CAA0D0629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DD2B5-9C23-4C79-98D4-46265E4FA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2E23A-368B-4933-92BD-0F2F43049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2596-3C5E-4A0C-B42F-540E73980693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F7814-BD28-4A06-9986-55F38B99B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9ABAC-09E8-4F5F-862F-68065B550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1B8A-6213-469C-ABE0-84AE12587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8119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49531-DDC9-4E3D-A6AB-92EB4C649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3C403-7AF5-4709-BF43-90E376A55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F96ED-5DA5-444A-818F-0E370B158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2596-3C5E-4A0C-B42F-540E73980693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82A4E-0EEA-4BC7-9ABC-96534C644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0C32A-B2DA-4BFF-937D-E35AF6FB1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1B8A-6213-469C-ABE0-84AE12587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55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8A1E9-CA87-451B-9DFC-F40E02EB0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62394-CCBF-4F19-80FD-FFE46E816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38C13-3FD7-4B90-850D-F88DAECA6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2596-3C5E-4A0C-B42F-540E73980693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40F89-17C4-451F-ACDE-1659D24F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209F4-B930-4EE4-BF2A-397BC0A94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1B8A-6213-469C-ABE0-84AE12587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245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0029F-AFB9-42DC-8909-A410F9958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C206C-2FBE-4A0A-B94D-06D8AEF5B4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4228F-4BBA-402F-ACB3-CB5E7B093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C6BB06-3133-4FAF-8C63-E405A3FA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2596-3C5E-4A0C-B42F-540E73980693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046FA-6767-4572-B8C1-61AC6F911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FB025-9E53-4630-A976-1C8AA9E25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1B8A-6213-469C-ABE0-84AE12587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7196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32FF6-311E-40E1-A9E9-FDB253D34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546EB-01F2-40F5-8B55-BE4AEB69B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96890-CB1B-472A-BD96-7834843C9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D39FD9-2BA9-495C-B618-BE7CDB0B54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AC0783-5620-4578-A1CC-2F5514A2A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D9F4F-ACEF-43AB-A26F-2C3A26C3E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2596-3C5E-4A0C-B42F-540E73980693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6082F2-5584-470B-A655-BBF0A919D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A1C96B-3054-4E23-806D-486A31426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1B8A-6213-469C-ABE0-84AE12587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4302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968C-F1D5-4FC2-8559-FF03040A5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6D31B5-FAC6-42F6-B68C-9226ACE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2596-3C5E-4A0C-B42F-540E73980693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CBD202-F1CA-4870-9F50-81D30E940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75AC4-EB1A-4737-827D-4583279EF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1B8A-6213-469C-ABE0-84AE12587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4516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FD65B6-A050-4DE5-804B-C4767197D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2596-3C5E-4A0C-B42F-540E73980693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D30376-3A5F-48EE-9530-4E6DB58B3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694A2-8633-4367-B773-FE8CE3105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1B8A-6213-469C-ABE0-84AE12587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272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54721-5B71-49EE-BE63-4944FFD0E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C3D24-7D2A-4656-B7BC-1B04708F5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EBC75A-AD6C-4655-BC6D-6E09C34F7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74704-A105-45C2-99C1-7FD237215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2596-3C5E-4A0C-B42F-540E73980693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29C59-DDF0-402A-A69F-D27131C09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36BFB-5F95-4FC8-83C5-82A16181C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1B8A-6213-469C-ABE0-84AE12587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7113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C18E-051D-450F-99F4-8F4C4ADB6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2B7664-A443-4BC0-90E7-96DDCE07A0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4EC03D-85C2-4956-8B54-254F2C3CB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FD4F1-FDCB-46BC-B13E-6774116AE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2596-3C5E-4A0C-B42F-540E73980693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FE8F7-4D13-478B-BF22-EE45F8668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467B4-51F1-4FEC-B8A7-DE7FB92A1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1B8A-6213-469C-ABE0-84AE12587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076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69075-F5F5-441E-B3AA-900AF3ED7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93D57D-3657-44F5-9624-9AC083783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D7724-0C39-4A26-A657-494B5302A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2596-3C5E-4A0C-B42F-540E73980693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A6F7E-E1F4-4445-A478-B44C7872A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B0172-269C-465B-B1E7-A31BDA178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1B8A-6213-469C-ABE0-84AE12587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260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76F7D6-DAD2-4A11-A43D-5C0C8DD30F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0EC65E-7FBB-48E5-B79C-E7439AFB7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D148B-C592-41C7-BE75-742BBF9BA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2596-3C5E-4A0C-B42F-540E73980693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56F9A-38B2-4018-9BFC-76A405468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8A9CB-7639-4695-8C9D-F97D088F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51B8A-6213-469C-ABE0-84AE12587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2419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CFC689-16A6-4FC3-A108-D22A03AC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7432A-7A24-4164-BFD4-EE75EC0B7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807B6-FE23-42AD-8983-DA9267D88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B2596-3C5E-4A0C-B42F-540E73980693}" type="datetimeFigureOut">
              <a:rPr lang="en-GB" smtClean="0"/>
              <a:t>21/10/2026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5704F-C553-4254-86FA-9EBC44FA0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87B93-82D9-4FB5-BA88-49F4E53DEA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51B8A-6213-469C-ABE0-84AE12587F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649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jp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3B3B0878-CE24-45D8-9E53-F09863FB8F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458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"/>
    </mc:Choice>
    <mc:Fallback xmlns="">
      <p:transition spd="slow" advTm="16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6C0C-D5D0-48E3-AADE-5B6E29FEC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17" y="873457"/>
            <a:ext cx="7173036" cy="1114863"/>
          </a:xfrm>
        </p:spPr>
        <p:txBody>
          <a:bodyPr>
            <a:normAutofit/>
          </a:bodyPr>
          <a:lstStyle/>
          <a:p>
            <a:r>
              <a:rPr lang="en-GB" sz="3600" dirty="0"/>
              <a:t>When Karen sees Harry potter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BB4186-E923-4201-A0C6-A1AE300799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388" t="34320" r="49167" b="36487"/>
          <a:stretch/>
        </p:blipFill>
        <p:spPr>
          <a:xfrm>
            <a:off x="838200" y="1637731"/>
            <a:ext cx="6604948" cy="3812844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035AC3CF-5DB0-4361-8BC7-BA108B6569F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582" b="93612" l="9620" r="89620">
                        <a14:foregroundMark x1="43797" y1="92629" x2="56962" y2="91400"/>
                        <a14:foregroundMark x1="56962" y1="91400" x2="69620" y2="91892"/>
                        <a14:foregroundMark x1="15949" y1="36118" x2="16456" y2="36855"/>
                        <a14:foregroundMark x1="37975" y1="93612" x2="36962" y2="91892"/>
                        <a14:backgroundMark x1="39747" y1="93857" x2="40759" y2="93857"/>
                      </a14:backgroundRemoval>
                    </a14:imgEffect>
                  </a14:imgLayer>
                </a14:imgProps>
              </a:ext>
            </a:extLst>
          </a:blip>
          <a:srcRect l="1977" r="3042" b="-1"/>
          <a:stretch/>
        </p:blipFill>
        <p:spPr>
          <a:xfrm>
            <a:off x="838200" y="1637731"/>
            <a:ext cx="505100" cy="547951"/>
          </a:xfrm>
          <a:prstGeom prst="rect">
            <a:avLst/>
          </a:prstGeom>
        </p:spPr>
      </p:pic>
      <p:pic>
        <p:nvPicPr>
          <p:cNvPr id="7" name="Picture 6" descr="A person posing for a photo&#10;&#10;Description automatically generated">
            <a:extLst>
              <a:ext uri="{FF2B5EF4-FFF2-40B4-BE49-F238E27FC236}">
                <a16:creationId xmlns:a16="http://schemas.microsoft.com/office/drawing/2014/main" id="{3F17F23D-1026-4A2B-80A6-30A8F1B47F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229" y="2440965"/>
            <a:ext cx="3781425" cy="3762375"/>
          </a:xfrm>
          <a:prstGeom prst="rect">
            <a:avLst/>
          </a:prstGeom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654E2D4B-F94D-40BA-9A3F-9F606EF3BB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014779"/>
              </p:ext>
            </p:extLst>
          </p:nvPr>
        </p:nvGraphicFramePr>
        <p:xfrm>
          <a:off x="92075" y="92075"/>
          <a:ext cx="12509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6" imgW="1251360" imgH="478800" progId="Package">
                  <p:embed/>
                </p:oleObj>
              </mc:Choice>
              <mc:Fallback>
                <p:oleObj name="Packager Shell Object" showAsIcon="1" r:id="rId6" imgW="1251360" imgH="478800" progId="Package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654E2D4B-F94D-40BA-9A3F-9F606EF3BB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2075" y="92075"/>
                        <a:ext cx="1250950" cy="479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7003CB5-4B6F-458C-AB97-3824AF02E27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4805" t="16514" r="34179" b="6788"/>
          <a:stretch/>
        </p:blipFill>
        <p:spPr>
          <a:xfrm>
            <a:off x="8420670" y="0"/>
            <a:ext cx="3781426" cy="496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461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25402</TotalTime>
  <Words>5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When Karen sees Harry potter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Finnley Kenny</dc:creator>
  <cp:lastModifiedBy>Ben Hanley</cp:lastModifiedBy>
  <cp:revision>6</cp:revision>
  <dcterms:created xsi:type="dcterms:W3CDTF">2020-05-08T22:45:14Z</dcterms:created>
  <dcterms:modified xsi:type="dcterms:W3CDTF">2026-10-21T19:13:52Z</dcterms:modified>
</cp:coreProperties>
</file>