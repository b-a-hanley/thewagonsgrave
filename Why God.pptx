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70" r:id="rId3"/>
    <p:sldId id="268" r:id="rId4"/>
    <p:sldId id="256" r:id="rId5"/>
    <p:sldId id="257" r:id="rId6"/>
    <p:sldId id="258" r:id="rId7"/>
    <p:sldId id="265" r:id="rId8"/>
    <p:sldId id="259" r:id="rId9"/>
    <p:sldId id="260" r:id="rId10"/>
    <p:sldId id="261" r:id="rId11"/>
    <p:sldId id="262" r:id="rId12"/>
    <p:sldId id="263" r:id="rId13"/>
    <p:sldId id="266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519C1-3BEF-42B2-B156-A9F385C08580}" v="985" dt="2025-02-20T12:24:37.4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374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(s) Benjamin Hanley" userId="3ad259ea-2046-4a53-a045-c5207bbc720c" providerId="ADAL" clId="{124519C1-3BEF-42B2-B156-A9F385C08580}"/>
    <pc:docChg chg="undo custSel addSld delSld modSld sldOrd">
      <pc:chgData name="(s) Benjamin Hanley" userId="3ad259ea-2046-4a53-a045-c5207bbc720c" providerId="ADAL" clId="{124519C1-3BEF-42B2-B156-A9F385C08580}" dt="2025-02-20T12:24:37.432" v="5184" actId="20577"/>
      <pc:docMkLst>
        <pc:docMk/>
      </pc:docMkLst>
      <pc:sldChg chg="modAnim">
        <pc:chgData name="(s) Benjamin Hanley" userId="3ad259ea-2046-4a53-a045-c5207bbc720c" providerId="ADAL" clId="{124519C1-3BEF-42B2-B156-A9F385C08580}" dt="2025-02-19T13:07:03.459" v="3544"/>
        <pc:sldMkLst>
          <pc:docMk/>
          <pc:sldMk cId="1910924363" sldId="257"/>
        </pc:sldMkLst>
      </pc:sldChg>
      <pc:sldChg chg="modAnim">
        <pc:chgData name="(s) Benjamin Hanley" userId="3ad259ea-2046-4a53-a045-c5207bbc720c" providerId="ADAL" clId="{124519C1-3BEF-42B2-B156-A9F385C08580}" dt="2025-02-19T13:06:50.497" v="3542"/>
        <pc:sldMkLst>
          <pc:docMk/>
          <pc:sldMk cId="1829424124" sldId="258"/>
        </pc:sldMkLst>
      </pc:sldChg>
      <pc:sldChg chg="modSp mod ord modAnim">
        <pc:chgData name="(s) Benjamin Hanley" userId="3ad259ea-2046-4a53-a045-c5207bbc720c" providerId="ADAL" clId="{124519C1-3BEF-42B2-B156-A9F385C08580}" dt="2025-02-19T13:11:32.862" v="3677"/>
        <pc:sldMkLst>
          <pc:docMk/>
          <pc:sldMk cId="2467195898" sldId="259"/>
        </pc:sldMkLst>
        <pc:spChg chg="mod">
          <ac:chgData name="(s) Benjamin Hanley" userId="3ad259ea-2046-4a53-a045-c5207bbc720c" providerId="ADAL" clId="{124519C1-3BEF-42B2-B156-A9F385C08580}" dt="2025-02-19T13:10:02.733" v="3581" actId="20577"/>
          <ac:spMkLst>
            <pc:docMk/>
            <pc:sldMk cId="2467195898" sldId="259"/>
            <ac:spMk id="2" creationId="{1B396EDD-6DA3-61B7-3BE5-D27C5EB2597E}"/>
          </ac:spMkLst>
        </pc:spChg>
        <pc:spChg chg="mod">
          <ac:chgData name="(s) Benjamin Hanley" userId="3ad259ea-2046-4a53-a045-c5207bbc720c" providerId="ADAL" clId="{124519C1-3BEF-42B2-B156-A9F385C08580}" dt="2025-02-19T13:11:28.799" v="3676" actId="20577"/>
          <ac:spMkLst>
            <pc:docMk/>
            <pc:sldMk cId="2467195898" sldId="259"/>
            <ac:spMk id="3" creationId="{A2477676-55DA-6635-DF7F-67E1F6AF12D7}"/>
          </ac:spMkLst>
        </pc:spChg>
      </pc:sldChg>
      <pc:sldChg chg="modSp mod modAnim">
        <pc:chgData name="(s) Benjamin Hanley" userId="3ad259ea-2046-4a53-a045-c5207bbc720c" providerId="ADAL" clId="{124519C1-3BEF-42B2-B156-A9F385C08580}" dt="2025-02-19T13:14:10.227" v="4017"/>
        <pc:sldMkLst>
          <pc:docMk/>
          <pc:sldMk cId="2013436049" sldId="261"/>
        </pc:sldMkLst>
        <pc:spChg chg="mod">
          <ac:chgData name="(s) Benjamin Hanley" userId="3ad259ea-2046-4a53-a045-c5207bbc720c" providerId="ADAL" clId="{124519C1-3BEF-42B2-B156-A9F385C08580}" dt="2025-02-19T13:13:56.492" v="4015" actId="33524"/>
          <ac:spMkLst>
            <pc:docMk/>
            <pc:sldMk cId="2013436049" sldId="261"/>
            <ac:spMk id="3" creationId="{5DCFC67D-19D4-921F-7EAE-E743930E5ECF}"/>
          </ac:spMkLst>
        </pc:spChg>
      </pc:sldChg>
      <pc:sldChg chg="modSp modAnim">
        <pc:chgData name="(s) Benjamin Hanley" userId="3ad259ea-2046-4a53-a045-c5207bbc720c" providerId="ADAL" clId="{124519C1-3BEF-42B2-B156-A9F385C08580}" dt="2025-02-19T13:15:22.719" v="4030"/>
        <pc:sldMkLst>
          <pc:docMk/>
          <pc:sldMk cId="2152869922" sldId="262"/>
        </pc:sldMkLst>
        <pc:spChg chg="mod">
          <ac:chgData name="(s) Benjamin Hanley" userId="3ad259ea-2046-4a53-a045-c5207bbc720c" providerId="ADAL" clId="{124519C1-3BEF-42B2-B156-A9F385C08580}" dt="2025-02-19T13:15:10.732" v="4028" actId="20577"/>
          <ac:spMkLst>
            <pc:docMk/>
            <pc:sldMk cId="2152869922" sldId="262"/>
            <ac:spMk id="3" creationId="{542EFE79-1425-92F9-4742-ED087679149F}"/>
          </ac:spMkLst>
        </pc:spChg>
      </pc:sldChg>
      <pc:sldChg chg="modSp mod modAnim">
        <pc:chgData name="(s) Benjamin Hanley" userId="3ad259ea-2046-4a53-a045-c5207bbc720c" providerId="ADAL" clId="{124519C1-3BEF-42B2-B156-A9F385C08580}" dt="2025-02-19T13:17:03.884" v="4109"/>
        <pc:sldMkLst>
          <pc:docMk/>
          <pc:sldMk cId="1620853899" sldId="263"/>
        </pc:sldMkLst>
        <pc:spChg chg="mod">
          <ac:chgData name="(s) Benjamin Hanley" userId="3ad259ea-2046-4a53-a045-c5207bbc720c" providerId="ADAL" clId="{124519C1-3BEF-42B2-B156-A9F385C08580}" dt="2025-02-19T13:16:56.823" v="4108" actId="20577"/>
          <ac:spMkLst>
            <pc:docMk/>
            <pc:sldMk cId="1620853899" sldId="263"/>
            <ac:spMk id="3" creationId="{0A40A423-7F19-2F70-3680-6BBBFA0926A0}"/>
          </ac:spMkLst>
        </pc:spChg>
      </pc:sldChg>
      <pc:sldChg chg="addSp delSp modSp mod ord modAnim">
        <pc:chgData name="(s) Benjamin Hanley" userId="3ad259ea-2046-4a53-a045-c5207bbc720c" providerId="ADAL" clId="{124519C1-3BEF-42B2-B156-A9F385C08580}" dt="2025-02-19T13:08:48.230" v="3558"/>
        <pc:sldMkLst>
          <pc:docMk/>
          <pc:sldMk cId="705828198" sldId="264"/>
        </pc:sldMkLst>
        <pc:spChg chg="mod">
          <ac:chgData name="(s) Benjamin Hanley" userId="3ad259ea-2046-4a53-a045-c5207bbc720c" providerId="ADAL" clId="{124519C1-3BEF-42B2-B156-A9F385C08580}" dt="2025-02-19T10:45:35.670" v="1018" actId="20577"/>
          <ac:spMkLst>
            <pc:docMk/>
            <pc:sldMk cId="705828198" sldId="264"/>
            <ac:spMk id="2" creationId="{09E0DDC6-4428-23A3-886E-66CD5BCAA87F}"/>
          </ac:spMkLst>
        </pc:spChg>
        <pc:spChg chg="del">
          <ac:chgData name="(s) Benjamin Hanley" userId="3ad259ea-2046-4a53-a045-c5207bbc720c" providerId="ADAL" clId="{124519C1-3BEF-42B2-B156-A9F385C08580}" dt="2025-02-19T10:45:40.961" v="1019" actId="478"/>
          <ac:spMkLst>
            <pc:docMk/>
            <pc:sldMk cId="705828198" sldId="264"/>
            <ac:spMk id="3" creationId="{3F83B834-F6E5-8A15-5015-FB5D3FFB5A46}"/>
          </ac:spMkLst>
        </pc:spChg>
        <pc:spChg chg="add del">
          <ac:chgData name="(s) Benjamin Hanley" userId="3ad259ea-2046-4a53-a045-c5207bbc720c" providerId="ADAL" clId="{124519C1-3BEF-42B2-B156-A9F385C08580}" dt="2025-02-19T10:46:06.373" v="1021" actId="478"/>
          <ac:spMkLst>
            <pc:docMk/>
            <pc:sldMk cId="705828198" sldId="264"/>
            <ac:spMk id="4" creationId="{70CA0814-B4B3-6C3E-60B2-7DB87571E6AF}"/>
          </ac:spMkLst>
        </pc:spChg>
        <pc:spChg chg="add mod">
          <ac:chgData name="(s) Benjamin Hanley" userId="3ad259ea-2046-4a53-a045-c5207bbc720c" providerId="ADAL" clId="{124519C1-3BEF-42B2-B156-A9F385C08580}" dt="2025-02-19T12:44:04.721" v="3528" actId="20577"/>
          <ac:spMkLst>
            <pc:docMk/>
            <pc:sldMk cId="705828198" sldId="264"/>
            <ac:spMk id="5" creationId="{29DC637B-784D-6BAF-80F0-6C3DE06CD3B7}"/>
          </ac:spMkLst>
        </pc:spChg>
        <pc:spChg chg="add mod">
          <ac:chgData name="(s) Benjamin Hanley" userId="3ad259ea-2046-4a53-a045-c5207bbc720c" providerId="ADAL" clId="{124519C1-3BEF-42B2-B156-A9F385C08580}" dt="2025-02-19T12:39:58.695" v="3505" actId="207"/>
          <ac:spMkLst>
            <pc:docMk/>
            <pc:sldMk cId="705828198" sldId="264"/>
            <ac:spMk id="6" creationId="{E3172450-4604-D292-C35C-C6E9B104882E}"/>
          </ac:spMkLst>
        </pc:spChg>
        <pc:spChg chg="add mod">
          <ac:chgData name="(s) Benjamin Hanley" userId="3ad259ea-2046-4a53-a045-c5207bbc720c" providerId="ADAL" clId="{124519C1-3BEF-42B2-B156-A9F385C08580}" dt="2025-02-19T12:44:45.572" v="3534" actId="20577"/>
          <ac:spMkLst>
            <pc:docMk/>
            <pc:sldMk cId="705828198" sldId="264"/>
            <ac:spMk id="7" creationId="{B7A7ED42-153C-D003-C442-ABC94978CD92}"/>
          </ac:spMkLst>
        </pc:spChg>
        <pc:spChg chg="add mod">
          <ac:chgData name="(s) Benjamin Hanley" userId="3ad259ea-2046-4a53-a045-c5207bbc720c" providerId="ADAL" clId="{124519C1-3BEF-42B2-B156-A9F385C08580}" dt="2025-02-19T12:43:08.020" v="3521" actId="1076"/>
          <ac:spMkLst>
            <pc:docMk/>
            <pc:sldMk cId="705828198" sldId="264"/>
            <ac:spMk id="8" creationId="{7E21F718-0381-153E-1159-8083611842A7}"/>
          </ac:spMkLst>
        </pc:spChg>
        <pc:spChg chg="add del mod">
          <ac:chgData name="(s) Benjamin Hanley" userId="3ad259ea-2046-4a53-a045-c5207bbc720c" providerId="ADAL" clId="{124519C1-3BEF-42B2-B156-A9F385C08580}" dt="2025-02-19T12:44:50.493" v="3541" actId="20577"/>
          <ac:spMkLst>
            <pc:docMk/>
            <pc:sldMk cId="705828198" sldId="264"/>
            <ac:spMk id="9" creationId="{AB45B5F9-885D-4325-B1A1-22B93BFB19D7}"/>
          </ac:spMkLst>
        </pc:spChg>
        <pc:spChg chg="add mod">
          <ac:chgData name="(s) Benjamin Hanley" userId="3ad259ea-2046-4a53-a045-c5207bbc720c" providerId="ADAL" clId="{124519C1-3BEF-42B2-B156-A9F385C08580}" dt="2025-02-19T12:41:38.393" v="3511" actId="207"/>
          <ac:spMkLst>
            <pc:docMk/>
            <pc:sldMk cId="705828198" sldId="264"/>
            <ac:spMk id="10" creationId="{AE3601ED-0F15-A8E8-1DFC-2FB51D2BEA93}"/>
          </ac:spMkLst>
        </pc:spChg>
        <pc:spChg chg="add mod">
          <ac:chgData name="(s) Benjamin Hanley" userId="3ad259ea-2046-4a53-a045-c5207bbc720c" providerId="ADAL" clId="{124519C1-3BEF-42B2-B156-A9F385C08580}" dt="2025-02-19T11:11:45.896" v="2221" actId="1076"/>
          <ac:spMkLst>
            <pc:docMk/>
            <pc:sldMk cId="705828198" sldId="264"/>
            <ac:spMk id="11" creationId="{A06CC1E8-CD9C-B795-04B3-CA027E15990D}"/>
          </ac:spMkLst>
        </pc:spChg>
        <pc:spChg chg="add mod">
          <ac:chgData name="(s) Benjamin Hanley" userId="3ad259ea-2046-4a53-a045-c5207bbc720c" providerId="ADAL" clId="{124519C1-3BEF-42B2-B156-A9F385C08580}" dt="2025-02-19T12:42:24.064" v="3518" actId="207"/>
          <ac:spMkLst>
            <pc:docMk/>
            <pc:sldMk cId="705828198" sldId="264"/>
            <ac:spMk id="12" creationId="{FC55175A-7F07-7C38-D646-9F5E403657C8}"/>
          </ac:spMkLst>
        </pc:spChg>
        <pc:spChg chg="add del mod">
          <ac:chgData name="(s) Benjamin Hanley" userId="3ad259ea-2046-4a53-a045-c5207bbc720c" providerId="ADAL" clId="{124519C1-3BEF-42B2-B156-A9F385C08580}" dt="2025-02-19T11:18:35.182" v="2550" actId="478"/>
          <ac:spMkLst>
            <pc:docMk/>
            <pc:sldMk cId="705828198" sldId="264"/>
            <ac:spMk id="13" creationId="{4EAA1EF8-F082-8E68-4BF0-7CFF1A6BA220}"/>
          </ac:spMkLst>
        </pc:spChg>
      </pc:sldChg>
      <pc:sldChg chg="addSp delSp modSp mod modAnim">
        <pc:chgData name="(s) Benjamin Hanley" userId="3ad259ea-2046-4a53-a045-c5207bbc720c" providerId="ADAL" clId="{124519C1-3BEF-42B2-B156-A9F385C08580}" dt="2025-02-19T13:09:35.009" v="3563"/>
        <pc:sldMkLst>
          <pc:docMk/>
          <pc:sldMk cId="3203650670" sldId="265"/>
        </pc:sldMkLst>
        <pc:spChg chg="mod">
          <ac:chgData name="(s) Benjamin Hanley" userId="3ad259ea-2046-4a53-a045-c5207bbc720c" providerId="ADAL" clId="{124519C1-3BEF-42B2-B156-A9F385C08580}" dt="2025-02-19T13:09:30.669" v="3562" actId="1076"/>
          <ac:spMkLst>
            <pc:docMk/>
            <pc:sldMk cId="3203650670" sldId="265"/>
            <ac:spMk id="3" creationId="{466E1D0A-5F9E-E1A0-4834-737A93907D54}"/>
          </ac:spMkLst>
        </pc:spChg>
        <pc:spChg chg="add">
          <ac:chgData name="(s) Benjamin Hanley" userId="3ad259ea-2046-4a53-a045-c5207bbc720c" providerId="ADAL" clId="{124519C1-3BEF-42B2-B156-A9F385C08580}" dt="2025-02-19T10:30:09.716" v="77"/>
          <ac:spMkLst>
            <pc:docMk/>
            <pc:sldMk cId="3203650670" sldId="265"/>
            <ac:spMk id="4" creationId="{08A4820F-2A97-77B0-5C92-B9DF65CC4587}"/>
          </ac:spMkLst>
        </pc:spChg>
        <pc:spChg chg="add del mod">
          <ac:chgData name="(s) Benjamin Hanley" userId="3ad259ea-2046-4a53-a045-c5207bbc720c" providerId="ADAL" clId="{124519C1-3BEF-42B2-B156-A9F385C08580}" dt="2025-02-19T10:31:09.521" v="126"/>
          <ac:spMkLst>
            <pc:docMk/>
            <pc:sldMk cId="3203650670" sldId="265"/>
            <ac:spMk id="5" creationId="{2B4A451C-F5E0-3EF0-5951-B11E795952A9}"/>
          </ac:spMkLst>
        </pc:spChg>
      </pc:sldChg>
      <pc:sldChg chg="addSp delSp modSp new mod modAnim">
        <pc:chgData name="(s) Benjamin Hanley" userId="3ad259ea-2046-4a53-a045-c5207bbc720c" providerId="ADAL" clId="{124519C1-3BEF-42B2-B156-A9F385C08580}" dt="2025-02-20T12:24:37.432" v="5184" actId="20577"/>
        <pc:sldMkLst>
          <pc:docMk/>
          <pc:sldMk cId="3664330230" sldId="266"/>
        </pc:sldMkLst>
        <pc:spChg chg="mod">
          <ac:chgData name="(s) Benjamin Hanley" userId="3ad259ea-2046-4a53-a045-c5207bbc720c" providerId="ADAL" clId="{124519C1-3BEF-42B2-B156-A9F385C08580}" dt="2025-02-19T11:24:54.158" v="2683" actId="20577"/>
          <ac:spMkLst>
            <pc:docMk/>
            <pc:sldMk cId="3664330230" sldId="266"/>
            <ac:spMk id="2" creationId="{375B8EDE-EFC1-8ACE-6D2C-D70A144818D1}"/>
          </ac:spMkLst>
        </pc:spChg>
        <pc:spChg chg="mod">
          <ac:chgData name="(s) Benjamin Hanley" userId="3ad259ea-2046-4a53-a045-c5207bbc720c" providerId="ADAL" clId="{124519C1-3BEF-42B2-B156-A9F385C08580}" dt="2025-02-20T12:24:37.432" v="5184" actId="20577"/>
          <ac:spMkLst>
            <pc:docMk/>
            <pc:sldMk cId="3664330230" sldId="266"/>
            <ac:spMk id="3" creationId="{48C02F13-61F3-761E-A753-59F37213651C}"/>
          </ac:spMkLst>
        </pc:spChg>
        <pc:spChg chg="add">
          <ac:chgData name="(s) Benjamin Hanley" userId="3ad259ea-2046-4a53-a045-c5207bbc720c" providerId="ADAL" clId="{124519C1-3BEF-42B2-B156-A9F385C08580}" dt="2025-02-19T11:24:32.158" v="2660"/>
          <ac:spMkLst>
            <pc:docMk/>
            <pc:sldMk cId="3664330230" sldId="266"/>
            <ac:spMk id="4" creationId="{7ECCEB88-1347-5500-9914-294C997F712B}"/>
          </ac:spMkLst>
        </pc:spChg>
        <pc:spChg chg="add del mod">
          <ac:chgData name="(s) Benjamin Hanley" userId="3ad259ea-2046-4a53-a045-c5207bbc720c" providerId="ADAL" clId="{124519C1-3BEF-42B2-B156-A9F385C08580}" dt="2025-02-19T11:24:57.493" v="2685"/>
          <ac:spMkLst>
            <pc:docMk/>
            <pc:sldMk cId="3664330230" sldId="266"/>
            <ac:spMk id="5" creationId="{6FC41ACE-1D9D-3F9B-344C-B645F0A1C273}"/>
          </ac:spMkLst>
        </pc:spChg>
        <pc:picChg chg="add mod">
          <ac:chgData name="(s) Benjamin Hanley" userId="3ad259ea-2046-4a53-a045-c5207bbc720c" providerId="ADAL" clId="{124519C1-3BEF-42B2-B156-A9F385C08580}" dt="2025-02-19T11:24:01.396" v="2653" actId="1076"/>
          <ac:picMkLst>
            <pc:docMk/>
            <pc:sldMk cId="3664330230" sldId="266"/>
            <ac:picMk id="2050" creationId="{79291A81-49DE-F5CC-FB9B-720A9BFCC991}"/>
          </ac:picMkLst>
        </pc:picChg>
      </pc:sldChg>
      <pc:sldChg chg="modSp new del mod">
        <pc:chgData name="(s) Benjamin Hanley" userId="3ad259ea-2046-4a53-a045-c5207bbc720c" providerId="ADAL" clId="{124519C1-3BEF-42B2-B156-A9F385C08580}" dt="2025-02-19T13:41:49.912" v="4468" actId="47"/>
        <pc:sldMkLst>
          <pc:docMk/>
          <pc:sldMk cId="3181643814" sldId="267"/>
        </pc:sldMkLst>
        <pc:spChg chg="mod">
          <ac:chgData name="(s) Benjamin Hanley" userId="3ad259ea-2046-4a53-a045-c5207bbc720c" providerId="ADAL" clId="{124519C1-3BEF-42B2-B156-A9F385C08580}" dt="2025-02-19T11:23:00.712" v="2650" actId="20577"/>
          <ac:spMkLst>
            <pc:docMk/>
            <pc:sldMk cId="3181643814" sldId="267"/>
            <ac:spMk id="2" creationId="{C652D2CF-8CE2-EDF5-2ED8-DA4D723209A3}"/>
          </ac:spMkLst>
        </pc:spChg>
        <pc:spChg chg="mod">
          <ac:chgData name="(s) Benjamin Hanley" userId="3ad259ea-2046-4a53-a045-c5207bbc720c" providerId="ADAL" clId="{124519C1-3BEF-42B2-B156-A9F385C08580}" dt="2025-02-19T11:27:28.731" v="2785" actId="20577"/>
          <ac:spMkLst>
            <pc:docMk/>
            <pc:sldMk cId="3181643814" sldId="267"/>
            <ac:spMk id="3" creationId="{D8AA87A3-4D2F-3468-3229-8EE705B58252}"/>
          </ac:spMkLst>
        </pc:spChg>
      </pc:sldChg>
      <pc:sldChg chg="modSp new mod ord">
        <pc:chgData name="(s) Benjamin Hanley" userId="3ad259ea-2046-4a53-a045-c5207bbc720c" providerId="ADAL" clId="{124519C1-3BEF-42B2-B156-A9F385C08580}" dt="2025-02-19T13:47:40.691" v="4774"/>
        <pc:sldMkLst>
          <pc:docMk/>
          <pc:sldMk cId="1860241784" sldId="268"/>
        </pc:sldMkLst>
        <pc:spChg chg="mod">
          <ac:chgData name="(s) Benjamin Hanley" userId="3ad259ea-2046-4a53-a045-c5207bbc720c" providerId="ADAL" clId="{124519C1-3BEF-42B2-B156-A9F385C08580}" dt="2025-02-19T11:28:27.013" v="2809" actId="20577"/>
          <ac:spMkLst>
            <pc:docMk/>
            <pc:sldMk cId="1860241784" sldId="268"/>
            <ac:spMk id="2" creationId="{D7A7EAC2-005F-8418-6473-F36BA9681ED7}"/>
          </ac:spMkLst>
        </pc:spChg>
        <pc:spChg chg="mod">
          <ac:chgData name="(s) Benjamin Hanley" userId="3ad259ea-2046-4a53-a045-c5207bbc720c" providerId="ADAL" clId="{124519C1-3BEF-42B2-B156-A9F385C08580}" dt="2025-02-19T13:43:04.204" v="4693" actId="20577"/>
          <ac:spMkLst>
            <pc:docMk/>
            <pc:sldMk cId="1860241784" sldId="268"/>
            <ac:spMk id="3" creationId="{348E7142-D903-93C7-7492-D4B25488754D}"/>
          </ac:spMkLst>
        </pc:spChg>
      </pc:sldChg>
      <pc:sldChg chg="new del">
        <pc:chgData name="(s) Benjamin Hanley" userId="3ad259ea-2046-4a53-a045-c5207bbc720c" providerId="ADAL" clId="{124519C1-3BEF-42B2-B156-A9F385C08580}" dt="2025-02-19T11:27:45.420" v="2789" actId="2696"/>
        <pc:sldMkLst>
          <pc:docMk/>
          <pc:sldMk cId="3090795478" sldId="268"/>
        </pc:sldMkLst>
      </pc:sldChg>
      <pc:sldChg chg="new del">
        <pc:chgData name="(s) Benjamin Hanley" userId="3ad259ea-2046-4a53-a045-c5207bbc720c" providerId="ADAL" clId="{124519C1-3BEF-42B2-B156-A9F385C08580}" dt="2025-02-19T11:27:47.989" v="2790" actId="2696"/>
        <pc:sldMkLst>
          <pc:docMk/>
          <pc:sldMk cId="3160712693" sldId="269"/>
        </pc:sldMkLst>
      </pc:sldChg>
      <pc:sldChg chg="modSp new del mod ord">
        <pc:chgData name="(s) Benjamin Hanley" userId="3ad259ea-2046-4a53-a045-c5207bbc720c" providerId="ADAL" clId="{124519C1-3BEF-42B2-B156-A9F385C08580}" dt="2025-02-19T11:41:25.004" v="3182" actId="2696"/>
        <pc:sldMkLst>
          <pc:docMk/>
          <pc:sldMk cId="3358362832" sldId="269"/>
        </pc:sldMkLst>
        <pc:spChg chg="mod">
          <ac:chgData name="(s) Benjamin Hanley" userId="3ad259ea-2046-4a53-a045-c5207bbc720c" providerId="ADAL" clId="{124519C1-3BEF-42B2-B156-A9F385C08580}" dt="2025-02-19T11:32:12.797" v="2841" actId="20577"/>
          <ac:spMkLst>
            <pc:docMk/>
            <pc:sldMk cId="3358362832" sldId="269"/>
            <ac:spMk id="2" creationId="{ED6BD89F-8A1A-ECEB-A0BC-F1AAEAA3EB07}"/>
          </ac:spMkLst>
        </pc:spChg>
        <pc:spChg chg="mod">
          <ac:chgData name="(s) Benjamin Hanley" userId="3ad259ea-2046-4a53-a045-c5207bbc720c" providerId="ADAL" clId="{124519C1-3BEF-42B2-B156-A9F385C08580}" dt="2025-02-19T11:41:21.719" v="3181" actId="20577"/>
          <ac:spMkLst>
            <pc:docMk/>
            <pc:sldMk cId="3358362832" sldId="269"/>
            <ac:spMk id="3" creationId="{F2C83864-9ECC-9DA0-2203-F61C034F39FA}"/>
          </ac:spMkLst>
        </pc:spChg>
      </pc:sldChg>
      <pc:sldChg chg="modSp new mod modAnim">
        <pc:chgData name="(s) Benjamin Hanley" userId="3ad259ea-2046-4a53-a045-c5207bbc720c" providerId="ADAL" clId="{124519C1-3BEF-42B2-B156-A9F385C08580}" dt="2025-02-19T13:07:21.599" v="3546"/>
        <pc:sldMkLst>
          <pc:docMk/>
          <pc:sldMk cId="1695332804" sldId="270"/>
        </pc:sldMkLst>
        <pc:spChg chg="mod">
          <ac:chgData name="(s) Benjamin Hanley" userId="3ad259ea-2046-4a53-a045-c5207bbc720c" providerId="ADAL" clId="{124519C1-3BEF-42B2-B156-A9F385C08580}" dt="2025-02-19T11:40:01.902" v="2967" actId="20577"/>
          <ac:spMkLst>
            <pc:docMk/>
            <pc:sldMk cId="1695332804" sldId="270"/>
            <ac:spMk id="2" creationId="{90250EDF-D2E9-2243-7A99-839B25F40846}"/>
          </ac:spMkLst>
        </pc:spChg>
        <pc:spChg chg="mod">
          <ac:chgData name="(s) Benjamin Hanley" userId="3ad259ea-2046-4a53-a045-c5207bbc720c" providerId="ADAL" clId="{124519C1-3BEF-42B2-B156-A9F385C08580}" dt="2025-02-19T11:43:29.628" v="3425" actId="20577"/>
          <ac:spMkLst>
            <pc:docMk/>
            <pc:sldMk cId="1695332804" sldId="270"/>
            <ac:spMk id="3" creationId="{0067F85B-0590-C733-8B40-283DEF3EC90E}"/>
          </ac:spMkLst>
        </pc:spChg>
      </pc:sldChg>
      <pc:sldChg chg="new del">
        <pc:chgData name="(s) Benjamin Hanley" userId="3ad259ea-2046-4a53-a045-c5207bbc720c" providerId="ADAL" clId="{124519C1-3BEF-42B2-B156-A9F385C08580}" dt="2025-02-19T11:27:51.019" v="2791" actId="2696"/>
        <pc:sldMkLst>
          <pc:docMk/>
          <pc:sldMk cId="2266244448" sldId="270"/>
        </pc:sldMkLst>
      </pc:sldChg>
      <pc:sldChg chg="addSp delSp modSp new mod ord">
        <pc:chgData name="(s) Benjamin Hanley" userId="3ad259ea-2046-4a53-a045-c5207bbc720c" providerId="ADAL" clId="{124519C1-3BEF-42B2-B156-A9F385C08580}" dt="2025-02-19T13:47:31.906" v="4772"/>
        <pc:sldMkLst>
          <pc:docMk/>
          <pc:sldMk cId="2844139812" sldId="271"/>
        </pc:sldMkLst>
        <pc:spChg chg="mod">
          <ac:chgData name="(s) Benjamin Hanley" userId="3ad259ea-2046-4a53-a045-c5207bbc720c" providerId="ADAL" clId="{124519C1-3BEF-42B2-B156-A9F385C08580}" dt="2025-02-19T13:45:54.675" v="4759" actId="20577"/>
          <ac:spMkLst>
            <pc:docMk/>
            <pc:sldMk cId="2844139812" sldId="271"/>
            <ac:spMk id="2" creationId="{E223EDA9-F20A-8824-42D8-1B7E1E580F16}"/>
          </ac:spMkLst>
        </pc:spChg>
        <pc:spChg chg="add del mod">
          <ac:chgData name="(s) Benjamin Hanley" userId="3ad259ea-2046-4a53-a045-c5207bbc720c" providerId="ADAL" clId="{124519C1-3BEF-42B2-B156-A9F385C08580}" dt="2025-02-19T13:47:26.036" v="4770" actId="20577"/>
          <ac:spMkLst>
            <pc:docMk/>
            <pc:sldMk cId="2844139812" sldId="271"/>
            <ac:spMk id="3" creationId="{F4EEC2E1-ACEE-4F2D-3340-786B4F915631}"/>
          </ac:spMkLst>
        </pc:spChg>
        <pc:spChg chg="add">
          <ac:chgData name="(s) Benjamin Hanley" userId="3ad259ea-2046-4a53-a045-c5207bbc720c" providerId="ADAL" clId="{124519C1-3BEF-42B2-B156-A9F385C08580}" dt="2025-02-19T13:45:07.639" v="4695"/>
          <ac:spMkLst>
            <pc:docMk/>
            <pc:sldMk cId="2844139812" sldId="271"/>
            <ac:spMk id="4" creationId="{F363ADF4-7438-CCCA-1AD5-2006D700D74A}"/>
          </ac:spMkLst>
        </pc:spChg>
        <pc:spChg chg="add mod">
          <ac:chgData name="(s) Benjamin Hanley" userId="3ad259ea-2046-4a53-a045-c5207bbc720c" providerId="ADAL" clId="{124519C1-3BEF-42B2-B156-A9F385C08580}" dt="2025-02-19T13:45:18.678" v="4697"/>
          <ac:spMkLst>
            <pc:docMk/>
            <pc:sldMk cId="2844139812" sldId="271"/>
            <ac:spMk id="5" creationId="{3D6D37D0-136E-B00E-AA0A-800C7F14EFC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090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67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359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28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2/19/2025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429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2/19/2025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435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2/19/2025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604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377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2/19/2025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136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597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682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2/19/2025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3482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0DDC6-4428-23A3-886E-66CD5BCAA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People on campus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DC637B-784D-6BAF-80F0-6C3DE06CD3B7}"/>
              </a:ext>
            </a:extLst>
          </p:cNvPr>
          <p:cNvSpPr txBox="1"/>
          <p:nvPr/>
        </p:nvSpPr>
        <p:spPr>
          <a:xfrm>
            <a:off x="612483" y="1799238"/>
            <a:ext cx="2269067" cy="2585323"/>
          </a:xfrm>
          <a:prstGeom prst="rect">
            <a:avLst/>
          </a:prstGeom>
          <a:solidFill>
            <a:schemeClr val="tx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u="sng" dirty="0">
                <a:solidFill>
                  <a:schemeClr val="bg1"/>
                </a:solidFill>
              </a:rPr>
              <a:t>Stubborn Steve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Simon is a debater, he loves to chat, he doesn’t ever think he will change his mind, but he is emotional uninvolved in debate</a:t>
            </a:r>
          </a:p>
          <a:p>
            <a:endParaRPr lang="en-GB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172450-4604-D292-C35C-C6E9B104882E}"/>
              </a:ext>
            </a:extLst>
          </p:cNvPr>
          <p:cNvSpPr txBox="1"/>
          <p:nvPr/>
        </p:nvSpPr>
        <p:spPr>
          <a:xfrm>
            <a:off x="3348427" y="1799238"/>
            <a:ext cx="2269067" cy="25853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u="sng" dirty="0"/>
              <a:t>Polytheistic Pam</a:t>
            </a:r>
          </a:p>
          <a:p>
            <a:endParaRPr lang="en-GB" dirty="0"/>
          </a:p>
          <a:p>
            <a:r>
              <a:rPr lang="en-GB" dirty="0"/>
              <a:t>Pam was brought up Christian but has realised that all religions are just derivations of the same God.</a:t>
            </a:r>
          </a:p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A7ED42-153C-D003-C442-ABC94978CD92}"/>
              </a:ext>
            </a:extLst>
          </p:cNvPr>
          <p:cNvSpPr txBox="1"/>
          <p:nvPr/>
        </p:nvSpPr>
        <p:spPr>
          <a:xfrm>
            <a:off x="5998828" y="967547"/>
            <a:ext cx="2269067" cy="2585323"/>
          </a:xfrm>
          <a:prstGeom prst="rect">
            <a:avLst/>
          </a:prstGeom>
          <a:solidFill>
            <a:srgbClr val="0066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u="sng" dirty="0">
                <a:solidFill>
                  <a:schemeClr val="bg1"/>
                </a:solidFill>
              </a:rPr>
              <a:t>Clubbing Callum</a:t>
            </a:r>
          </a:p>
          <a:p>
            <a:endParaRPr lang="en-GB" u="sng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His nan is Christian, and agrees with Christianity but he wants to enjoy </a:t>
            </a:r>
            <a:r>
              <a:rPr lang="en-GB" dirty="0" err="1">
                <a:solidFill>
                  <a:schemeClr val="bg1"/>
                </a:solidFill>
              </a:rPr>
              <a:t>uni</a:t>
            </a:r>
            <a:r>
              <a:rPr lang="en-GB" dirty="0">
                <a:solidFill>
                  <a:schemeClr val="bg1"/>
                </a:solidFill>
              </a:rPr>
              <a:t> before settling down to religion</a:t>
            </a:r>
          </a:p>
          <a:p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21F718-0381-153E-1159-8083611842A7}"/>
              </a:ext>
            </a:extLst>
          </p:cNvPr>
          <p:cNvSpPr txBox="1"/>
          <p:nvPr/>
        </p:nvSpPr>
        <p:spPr>
          <a:xfrm>
            <a:off x="8372931" y="3017039"/>
            <a:ext cx="3735825" cy="1754326"/>
          </a:xfrm>
          <a:prstGeom prst="rect">
            <a:avLst/>
          </a:prstGeom>
          <a:solidFill>
            <a:srgbClr val="FFC00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u="sng" dirty="0"/>
              <a:t>Scientific Susan</a:t>
            </a:r>
          </a:p>
          <a:p>
            <a:endParaRPr lang="en-GB" u="sng" dirty="0"/>
          </a:p>
          <a:p>
            <a:r>
              <a:rPr lang="en-GB" dirty="0"/>
              <a:t>Susan knows Christianity can't be true, because she studies a vague form of science. Big bang and evolution disprove the bible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45B5F9-885D-4325-B1A1-22B93BFB19D7}"/>
              </a:ext>
            </a:extLst>
          </p:cNvPr>
          <p:cNvSpPr txBox="1"/>
          <p:nvPr/>
        </p:nvSpPr>
        <p:spPr>
          <a:xfrm>
            <a:off x="2961578" y="4632866"/>
            <a:ext cx="3625534" cy="1754326"/>
          </a:xfrm>
          <a:prstGeom prst="rect">
            <a:avLst/>
          </a:prstGeom>
          <a:solidFill>
            <a:srgbClr val="FFFFCC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u="sng" dirty="0"/>
              <a:t>Hurt Harriet</a:t>
            </a:r>
          </a:p>
          <a:p>
            <a:endParaRPr lang="en-GB" dirty="0"/>
          </a:p>
          <a:p>
            <a:r>
              <a:rPr lang="en-GB" dirty="0"/>
              <a:t>Harriet went to a strict Christian school and cannot agree with any Christian due to the damage done by that institution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3601ED-0F15-A8E8-1DFC-2FB51D2BEA93}"/>
              </a:ext>
            </a:extLst>
          </p:cNvPr>
          <p:cNvSpPr txBox="1"/>
          <p:nvPr/>
        </p:nvSpPr>
        <p:spPr>
          <a:xfrm>
            <a:off x="6811344" y="4975093"/>
            <a:ext cx="3625534" cy="1477328"/>
          </a:xfrm>
          <a:prstGeom prst="rect">
            <a:avLst/>
          </a:prstGeom>
          <a:solidFill>
            <a:srgbClr val="00206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u="sng" dirty="0">
                <a:solidFill>
                  <a:schemeClr val="bg1"/>
                </a:solidFill>
              </a:rPr>
              <a:t>Battling Brian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Knows all organised religion is wrong as it why there are so many wars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6CC1E8-CD9C-B795-04B3-CA027E15990D}"/>
              </a:ext>
            </a:extLst>
          </p:cNvPr>
          <p:cNvSpPr txBox="1"/>
          <p:nvPr/>
        </p:nvSpPr>
        <p:spPr>
          <a:xfrm>
            <a:off x="468279" y="4632866"/>
            <a:ext cx="2269067" cy="14773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u="sng" dirty="0"/>
              <a:t>Indifferent Ian</a:t>
            </a:r>
          </a:p>
          <a:p>
            <a:endParaRPr lang="en-GB" dirty="0"/>
          </a:p>
          <a:p>
            <a:r>
              <a:rPr lang="en-GB" dirty="0"/>
              <a:t>Unsure of proof of anything so pursues nothing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55175A-7F07-7C38-D646-9F5E403657C8}"/>
              </a:ext>
            </a:extLst>
          </p:cNvPr>
          <p:cNvSpPr txBox="1"/>
          <p:nvPr/>
        </p:nvSpPr>
        <p:spPr>
          <a:xfrm>
            <a:off x="9032240" y="781986"/>
            <a:ext cx="2740994" cy="2031325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GB" u="sng" dirty="0">
                <a:solidFill>
                  <a:schemeClr val="bg1"/>
                </a:solidFill>
              </a:rPr>
              <a:t>Not-so-atheist Niamh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Niamh believes religion can't be proved but on the weekend practices tarot and manifests things that are out of her control</a:t>
            </a:r>
          </a:p>
        </p:txBody>
      </p:sp>
    </p:spTree>
    <p:extLst>
      <p:ext uri="{BB962C8B-B14F-4D97-AF65-F5344CB8AC3E}">
        <p14:creationId xmlns:p14="http://schemas.microsoft.com/office/powerpoint/2010/main" val="705828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50EDF-D2E9-2243-7A99-839B25F40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Conversation starters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7F85B-0590-C733-8B40-283DEF3EC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Hey, we are asking today….</a:t>
            </a:r>
          </a:p>
          <a:p>
            <a:pPr marL="0" indent="0">
              <a:buNone/>
            </a:pPr>
            <a:r>
              <a:rPr lang="en-GB" dirty="0"/>
              <a:t>Would like to answer a few chalkboard questions?</a:t>
            </a:r>
          </a:p>
          <a:p>
            <a:pPr marL="0" indent="0">
              <a:buNone/>
            </a:pPr>
            <a:r>
              <a:rPr lang="en-GB" dirty="0"/>
              <a:t>We are running a challenge of..</a:t>
            </a:r>
          </a:p>
          <a:p>
            <a:pPr marL="0" indent="0">
              <a:buNone/>
            </a:pPr>
            <a:r>
              <a:rPr lang="en-GB" dirty="0"/>
              <a:t>Oh so are you religious?</a:t>
            </a:r>
          </a:p>
          <a:p>
            <a:pPr marL="0" indent="0">
              <a:buNone/>
            </a:pPr>
            <a:r>
              <a:rPr lang="en-GB" dirty="0"/>
              <a:t>Can you guess which society we are?</a:t>
            </a:r>
          </a:p>
          <a:p>
            <a:pPr marL="0" indent="0">
              <a:buNone/>
            </a:pPr>
            <a:r>
              <a:rPr lang="en-GB" dirty="0"/>
              <a:t>Do you want to have a go at…</a:t>
            </a:r>
          </a:p>
          <a:p>
            <a:pPr marL="0" indent="0">
              <a:buNone/>
            </a:pPr>
            <a:r>
              <a:rPr lang="en-GB" dirty="0"/>
              <a:t>Would you like a free sweet or other free item?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5332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7EAC2-005F-8418-6473-F36BA9681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E7142-D903-93C7-7492-D4B254887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Prayer is good to help start evangelism, keep praying whilst in conversation and offer prayer when suitable. </a:t>
            </a:r>
          </a:p>
          <a:p>
            <a:pPr marL="0" indent="0">
              <a:buNone/>
            </a:pPr>
            <a:r>
              <a:rPr lang="en-GB" dirty="0"/>
              <a:t>Offer before you do as some really don’t like it, others really appreciate you asking even if they don’t believe</a:t>
            </a:r>
          </a:p>
        </p:txBody>
      </p:sp>
    </p:spTree>
    <p:extLst>
      <p:ext uri="{BB962C8B-B14F-4D97-AF65-F5344CB8AC3E}">
        <p14:creationId xmlns:p14="http://schemas.microsoft.com/office/powerpoint/2010/main" val="1860241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 descr="Low Angle View Of Clouds In Sky">
            <a:extLst>
              <a:ext uri="{FF2B5EF4-FFF2-40B4-BE49-F238E27FC236}">
                <a16:creationId xmlns:a16="http://schemas.microsoft.com/office/drawing/2014/main" id="{97BC9566-60B7-810E-67B5-FA5BB33751F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21" b="110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0"/>
            <a:ext cx="12191999" cy="13716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FDA63B-52EA-4147-6FDA-3491B2278A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15000"/>
            <a:ext cx="8027544" cy="960120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GB" sz="3600" dirty="0"/>
              <a:t>Why </a:t>
            </a:r>
            <a:r>
              <a:rPr lang="en-GB" sz="3600" dirty="0" err="1"/>
              <a:t>GOd</a:t>
            </a:r>
            <a:r>
              <a:rPr lang="en-GB" sz="3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37492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776C1-41BA-9A6C-9B2E-134BC4091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Pascals wager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2190ACC-D437-1F56-C9A9-B099FD254C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79776095"/>
              </p:ext>
            </p:extLst>
          </p:nvPr>
        </p:nvGraphicFramePr>
        <p:xfrm>
          <a:off x="700088" y="2222500"/>
          <a:ext cx="10691811" cy="247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3937">
                  <a:extLst>
                    <a:ext uri="{9D8B030D-6E8A-4147-A177-3AD203B41FA5}">
                      <a16:colId xmlns:a16="http://schemas.microsoft.com/office/drawing/2014/main" val="1996280031"/>
                    </a:ext>
                  </a:extLst>
                </a:gridCol>
                <a:gridCol w="3563937">
                  <a:extLst>
                    <a:ext uri="{9D8B030D-6E8A-4147-A177-3AD203B41FA5}">
                      <a16:colId xmlns:a16="http://schemas.microsoft.com/office/drawing/2014/main" val="461496718"/>
                    </a:ext>
                  </a:extLst>
                </a:gridCol>
                <a:gridCol w="3563937">
                  <a:extLst>
                    <a:ext uri="{9D8B030D-6E8A-4147-A177-3AD203B41FA5}">
                      <a16:colId xmlns:a16="http://schemas.microsoft.com/office/drawing/2014/main" val="3450037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Believe in Christianity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Don’t believe in Christianity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04806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Christianity is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You can have a personal relationship with God and experience his goodness and receive eternal life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Experience consequence of unbelief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729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Christianity is wrong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Wasted life following Gods ways but lived in denial thus feeling fulfilled in life.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You never find out you spent a worth while life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57674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DF193E1-83E2-94CD-0B81-21406C60E5C4}"/>
              </a:ext>
            </a:extLst>
          </p:cNvPr>
          <p:cNvSpPr txBox="1"/>
          <p:nvPr/>
        </p:nvSpPr>
        <p:spPr>
          <a:xfrm>
            <a:off x="700087" y="4800600"/>
            <a:ext cx="106912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premise suggests that in the slight chance of Christianity being correct it is worth pursuing belief. Regardless of whether you are wrong. </a:t>
            </a:r>
          </a:p>
        </p:txBody>
      </p:sp>
    </p:spTree>
    <p:extLst>
      <p:ext uri="{BB962C8B-B14F-4D97-AF65-F5344CB8AC3E}">
        <p14:creationId xmlns:p14="http://schemas.microsoft.com/office/powerpoint/2010/main" val="1910924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12EDC-9BE0-CA5E-AF15-13593579F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Watchmaker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640E1-02E3-C502-9806-283ABB112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Whilst walking through a woods, you notice in the distance there is a watch. How did that exist?</a:t>
            </a:r>
          </a:p>
          <a:p>
            <a:pPr marL="0" indent="0">
              <a:buNone/>
            </a:pPr>
            <a:r>
              <a:rPr lang="en-GB" dirty="0"/>
              <a:t>The argument hinges on the idea that we expect a creator from merely the existence of a complex creation.</a:t>
            </a:r>
          </a:p>
        </p:txBody>
      </p:sp>
    </p:spTree>
    <p:extLst>
      <p:ext uri="{BB962C8B-B14F-4D97-AF65-F5344CB8AC3E}">
        <p14:creationId xmlns:p14="http://schemas.microsoft.com/office/powerpoint/2010/main" val="1829424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77B35-562B-FD53-36DD-92B995E7E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Fine tuning argument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E1D0A-5F9E-E1A0-4834-737A93907D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2203704"/>
            <a:ext cx="10691265" cy="3739896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fundamental constants of physics (e.g., gravitational constant, cosmological constant, strong nuclear force) fall within an incredibly narrow range that allows for the existence of life.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Gravity is enough that we remain grounded but not enough that we can move. We have an atmosphere that is perfect for sustaining life. 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 slight deviations from these values would render the universe life-prohibiting.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there is infinite life that attempts to exist it is only the case that we survive because we have th</a:t>
            </a:r>
            <a:r>
              <a:rPr lang="en-US" altLang="en-US" dirty="0">
                <a:latin typeface="Arial" panose="020B0604020202020204" pitchFamily="34" charset="0"/>
              </a:rPr>
              <a:t>e perfect world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>
                <a:latin typeface="Arial" panose="020B0604020202020204" pitchFamily="34" charset="0"/>
              </a:rPr>
              <a:t>You are stating that the origin of life occurs naturally and frequently or that life spawns whenever the conditions are met which I believe are a leap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3650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96EDD-6DA3-61B7-3BE5-D27C5EB25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about science?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77676-55DA-6635-DF7F-67E1F6AF1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 scientific method </a:t>
            </a:r>
            <a:r>
              <a:rPr lang="en-US" dirty="0"/>
              <a:t>is watching, guessing, testing, and learning to find truth. Why do we expect a universal truth? Why can we establish facts, do you disagree with the fundamentals of science.</a:t>
            </a:r>
          </a:p>
          <a:p>
            <a:pPr marL="0" indent="0">
              <a:buNone/>
            </a:pPr>
            <a:r>
              <a:rPr lang="en-US" dirty="0"/>
              <a:t>This part of science is unexplainable..</a:t>
            </a:r>
          </a:p>
          <a:p>
            <a:pPr marL="0" indent="0">
              <a:buNone/>
            </a:pPr>
            <a:r>
              <a:rPr lang="en-US" dirty="0"/>
              <a:t>The scientific method does not have knowledge but merely expects it. But that expectation has led to science today. Why do you question it?</a:t>
            </a:r>
          </a:p>
        </p:txBody>
      </p:sp>
    </p:spTree>
    <p:extLst>
      <p:ext uri="{BB962C8B-B14F-4D97-AF65-F5344CB8AC3E}">
        <p14:creationId xmlns:p14="http://schemas.microsoft.com/office/powerpoint/2010/main" val="2467195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B08C11-B253-43F3-B794-E88130C4F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Religious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05DADF-5759-127A-B3DE-943E4C15C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There can be many powerful personal experiences you can mention, however do note they will question it: using arguments such as intoxication, sleep deprivation, oxygen loss and indoctrination.</a:t>
            </a:r>
          </a:p>
        </p:txBody>
      </p:sp>
    </p:spTree>
    <p:extLst>
      <p:ext uri="{BB962C8B-B14F-4D97-AF65-F5344CB8AC3E}">
        <p14:creationId xmlns:p14="http://schemas.microsoft.com/office/powerpoint/2010/main" val="1977773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0484B-B84D-6653-6FDE-956420A82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Cosmological argument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FC67D-19D4-921F-7EAE-E743930E5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Everything that begins to exist has a cause; the universe began to exist, so it must have a cause.</a:t>
            </a:r>
          </a:p>
          <a:p>
            <a:pPr marL="0" indent="0">
              <a:buNone/>
            </a:pPr>
            <a:r>
              <a:rPr lang="en-US" dirty="0"/>
              <a:t>This argument does raise into question how God existed, if everything has a cause.</a:t>
            </a:r>
          </a:p>
          <a:p>
            <a:pPr marL="0" indent="0">
              <a:buNone/>
            </a:pPr>
            <a:r>
              <a:rPr lang="en-US" dirty="0"/>
              <a:t>But the universe isn’t unified however God is. Outside of time and consistent matches the identify of a necessary being. Everything can't come from infinite causes as that would be impossible as time now wouldn’t exist if infinite was before.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3436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F3D8-3050-4CB6-9842-F54F0B688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Moral 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EFE79-1425-92F9-4742-ED0876791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Why can we conclude that murder of an innocent is wrong, is there a reason why we uphold to morals?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Morals ingrained from evolutionary survival.</a:t>
            </a:r>
          </a:p>
          <a:p>
            <a:pPr marL="0" indent="0">
              <a:buNone/>
            </a:pPr>
            <a:r>
              <a:rPr lang="en-GB" dirty="0"/>
              <a:t>Why is love desired and is inherently sacrificial? Surely that would limit a species survival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Why does Murder happens</a:t>
            </a:r>
          </a:p>
          <a:p>
            <a:pPr marL="0" indent="0">
              <a:buNone/>
            </a:pPr>
            <a:r>
              <a:rPr lang="en-GB" dirty="0"/>
              <a:t>Establishment of morals doesn’t mean we uphold them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2869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3D199-9171-08C8-B2A7-08211AE6E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Why is there Suffering?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0A423-7F19-2F70-3680-6BBBFA092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We believe that sin is the cause to all suffering. But there is a way-out of sin…</a:t>
            </a:r>
          </a:p>
          <a:p>
            <a:pPr marL="0" indent="0">
              <a:buNone/>
            </a:pPr>
            <a:r>
              <a:rPr lang="en-GB" dirty="0"/>
              <a:t>Why does God allow sin? </a:t>
            </a:r>
          </a:p>
          <a:p>
            <a:pPr marL="0" indent="0">
              <a:buNone/>
            </a:pPr>
            <a:br>
              <a:rPr lang="en-GB" dirty="0"/>
            </a:br>
            <a:r>
              <a:rPr lang="en-GB" dirty="0"/>
              <a:t>So, he could overcome sin. The greatest celebration is that from suffering. It is the very death of Jesus that causes the redemption of man kind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So why does hell exist?</a:t>
            </a:r>
          </a:p>
          <a:p>
            <a:pPr marL="0" indent="0">
              <a:buNone/>
            </a:pPr>
            <a:r>
              <a:rPr lang="en-GB" dirty="0"/>
              <a:t>It is separation from God, God cant be with sin and sinful beings are sinful </a:t>
            </a:r>
            <a:r>
              <a:rPr lang="en-GB" dirty="0" err="1"/>
              <a:t>aswell</a:t>
            </a:r>
            <a:r>
              <a:rPr lang="en-GB" dirty="0"/>
              <a:t> as humans are still responsible for that in which they have done.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0853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B8EDE-EFC1-8ACE-6D2C-D70A14481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Biblical Prophesy: Isaiah 53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02F13-61F3-761E-A753-59F372136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dirty="0">
                <a:latin typeface="Arial" panose="020B0604020202020204" pitchFamily="34" charset="0"/>
              </a:rPr>
              <a:t>V 3: He was despised and forsaken of men and like one from whom men hide their 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dirty="0">
                <a:latin typeface="Arial" panose="020B0604020202020204" pitchFamily="34" charset="0"/>
              </a:rPr>
              <a:t>V 4: Our griefs and sorrows he himself bore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dirty="0">
                <a:latin typeface="Arial" panose="020B0604020202020204" pitchFamily="34" charset="0"/>
              </a:rPr>
              <a:t>V 7: Like a lamb to slaughter, and like a sheep that is silent before shearers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dirty="0">
                <a:latin typeface="Arial" panose="020B0604020202020204" pitchFamily="34" charset="0"/>
              </a:rPr>
              <a:t>V 12: Yet he himself bore the sin of many and interceded for </a:t>
            </a:r>
            <a:r>
              <a:rPr lang="en-US">
                <a:latin typeface="Arial" panose="020B0604020202020204" pitchFamily="34" charset="0"/>
              </a:rPr>
              <a:t>the transgressors.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dirty="0">
                <a:latin typeface="Arial" panose="020B0604020202020204" pitchFamily="34" charset="0"/>
              </a:rPr>
              <a:t>Oldest surviving copy is 300-150 years before Christ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GB" b="1" dirty="0"/>
              <a:t>Great Isaiah Scroll (1QIsaᵃ)</a:t>
            </a:r>
            <a:endParaRPr 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GB" dirty="0"/>
          </a:p>
        </p:txBody>
      </p:sp>
      <p:pic>
        <p:nvPicPr>
          <p:cNvPr id="2050" name="Picture 2" descr="Holy infographics: the bible visualised | Books | The Guardian">
            <a:extLst>
              <a:ext uri="{FF2B5EF4-FFF2-40B4-BE49-F238E27FC236}">
                <a16:creationId xmlns:a16="http://schemas.microsoft.com/office/drawing/2014/main" id="{79291A81-49DE-F5CC-FB9B-720A9BFCC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035" y="3864621"/>
            <a:ext cx="4988965" cy="29933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4330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3EDA9-F20A-8824-42D8-1B7E1E580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Non-</a:t>
            </a:r>
            <a:r>
              <a:rPr lang="en-GB" dirty="0" err="1"/>
              <a:t>christian</a:t>
            </a:r>
            <a:r>
              <a:rPr lang="en-GB" dirty="0"/>
              <a:t> history of </a:t>
            </a:r>
            <a:r>
              <a:rPr lang="en-GB" dirty="0" err="1"/>
              <a:t>jesus</a:t>
            </a:r>
            <a:r>
              <a:rPr lang="en-GB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EC2E1-ACEE-4F2D-3340-786B4F915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Flavius Josephus </a:t>
            </a:r>
            <a:r>
              <a:rPr lang="en-US" dirty="0"/>
              <a:t>mentions Jesus in two passages in his work </a:t>
            </a:r>
            <a:r>
              <a:rPr lang="en-US" i="1" dirty="0"/>
              <a:t>Antiquities of the Jews</a:t>
            </a:r>
            <a:r>
              <a:rPr lang="en-US" dirty="0"/>
              <a:t>, written around </a:t>
            </a:r>
            <a:r>
              <a:rPr lang="en-US" b="1" dirty="0"/>
              <a:t>93-94 AD</a:t>
            </a:r>
          </a:p>
          <a:p>
            <a:pPr marL="0" indent="0">
              <a:buNone/>
            </a:pPr>
            <a:r>
              <a:rPr lang="en-US" b="1" dirty="0"/>
              <a:t>"But the younger </a:t>
            </a:r>
            <a:r>
              <a:rPr lang="en-US" b="1" dirty="0" err="1"/>
              <a:t>Ananus</a:t>
            </a:r>
            <a:r>
              <a:rPr lang="en-US" b="1" dirty="0"/>
              <a:t> who, as we have already stated, was a high priest, when he was of such an age, and had a great influence in the city, thought he had a good opportunity of proving his zeal for the law, by bringing before them the brother of Jesus, who was called Christ, whose name was James, and some others..."</a:t>
            </a:r>
            <a:r>
              <a:rPr lang="en-US" dirty="0"/>
              <a:t> </a:t>
            </a:r>
            <a:r>
              <a:rPr lang="en-US" i="1" dirty="0"/>
              <a:t>(Antiquities 20.9.1)</a:t>
            </a:r>
          </a:p>
          <a:p>
            <a:pPr marL="0" indent="0">
              <a:buNone/>
            </a:pPr>
            <a:endParaRPr lang="en-US" b="1" i="1" dirty="0"/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4413981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1789</TotalTime>
  <Words>1059</Words>
  <Application>Microsoft Office PowerPoint</Application>
  <PresentationFormat>Widescreen</PresentationFormat>
  <Paragraphs>98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Calisto MT</vt:lpstr>
      <vt:lpstr>Univers Condensed</vt:lpstr>
      <vt:lpstr>ChronicleVTI</vt:lpstr>
      <vt:lpstr>People on campus</vt:lpstr>
      <vt:lpstr>Conversation starters</vt:lpstr>
      <vt:lpstr>Prayer</vt:lpstr>
      <vt:lpstr>Why GOd?</vt:lpstr>
      <vt:lpstr>Pascals wager</vt:lpstr>
      <vt:lpstr>Watchmaker analogy</vt:lpstr>
      <vt:lpstr>Fine tuning argument</vt:lpstr>
      <vt:lpstr>What about science?</vt:lpstr>
      <vt:lpstr>Religious experience</vt:lpstr>
      <vt:lpstr>Cosmological argument</vt:lpstr>
      <vt:lpstr>Moral reasoning</vt:lpstr>
      <vt:lpstr>Why is there Suffering?</vt:lpstr>
      <vt:lpstr>Biblical Prophesy: Isaiah 53</vt:lpstr>
      <vt:lpstr>Non-christian history of jesus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(s) Benjamin Hanley</dc:creator>
  <cp:lastModifiedBy>(s) Benjamin Hanley</cp:lastModifiedBy>
  <cp:revision>1</cp:revision>
  <dcterms:created xsi:type="dcterms:W3CDTF">2025-02-17T16:56:21Z</dcterms:created>
  <dcterms:modified xsi:type="dcterms:W3CDTF">2025-02-20T12:24:46Z</dcterms:modified>
</cp:coreProperties>
</file>